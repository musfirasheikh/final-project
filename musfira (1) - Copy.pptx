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2" r:id="rId2"/>
    <p:sldId id="281" r:id="rId3"/>
    <p:sldId id="257" r:id="rId4"/>
    <p:sldId id="285" r:id="rId5"/>
    <p:sldId id="286" r:id="rId6"/>
    <p:sldId id="284" r:id="rId7"/>
    <p:sldId id="263" r:id="rId8"/>
    <p:sldId id="276" r:id="rId9"/>
    <p:sldId id="270" r:id="rId10"/>
    <p:sldId id="274" r:id="rId11"/>
    <p:sldId id="278" r:id="rId12"/>
    <p:sldId id="282" r:id="rId13"/>
    <p:sldId id="280" r:id="rId14"/>
    <p:sldId id="28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9999FF"/>
    <a:srgbClr val="CC99FF"/>
    <a:srgbClr val="FFCC99"/>
    <a:srgbClr val="8488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0" d="100"/>
          <a:sy n="80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87C945-F301-4F71-B728-5DF1ED267518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6FE1C-7978-4EF1-9511-9540DB623B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97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66252ADD-2E05-1B92-1821-3C4ACD4B38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A1D99A4-AF78-35FC-0187-78C2C14FB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571DA98F-ED59-3816-51D2-23473685FF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ED831F3-9F64-4DF5-A676-FE3250204BD2}" type="slidenum">
              <a:rPr lang="en-US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F39F-5F7D-F4C5-326A-AB9960F3A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5A490D-3EF7-426F-F502-5FC2AD01B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E098A-B27D-A1D0-8940-6E9EEBB5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940B-3647-1F93-2E0F-8D5919A5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8A490-BC96-92DE-211F-5AC6F4F2B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5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E628-7F28-20D2-928D-FB2A8138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FBD50-148C-F43A-5C7C-19B7C567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72DC5-D2EF-BF09-FF65-79BEF4AC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C6321-05E2-74D3-844E-6BEACBBEF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96247-441A-9435-8892-DD0683049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0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FE4C-46F8-07A2-9AF4-4D55F041B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53D97-C51F-309C-C652-2BC8ADF89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A3A3-C198-3171-0F6B-FD50EE83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EDB54-F5F5-FB21-9A3D-F614BF81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AC5FD-8226-BB7E-5807-50F04427B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3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A0CC-6ACE-8675-BFA6-B95610807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108F5-ABB9-F67A-A92E-5C464234D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51445-1654-FF68-93C7-C5F00E2C6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63433-9CA2-1247-C8FB-47194278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DF0B1A-569E-6740-05BD-D041342F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83F03-4072-B0E4-B46C-C13140E6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3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ED9D-EA71-2B9E-B7AD-805C8318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9553B-F098-C19C-4C68-B8CDD7E94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70F0D8-F7A2-142E-5047-53689E931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5319E-1C4E-857A-4319-FB5B03BD16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4D85F0-39CC-2B06-DF0F-F5047A2DC6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8F6A5-EFB1-15CB-B70A-F1361A2E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69A2C-460B-667F-6508-5C97AE2B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BB2CA-E6E9-9F5D-16BC-9522A79B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3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8016-B389-0168-5AC1-DFFF53DF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89FA64-DEF6-C0C9-B81F-3D249BF2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3EB0F-1091-D649-171C-EF4CAE47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B7785-DD8C-C109-07AC-D16CC227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8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231FC-19EE-6943-C157-7B92A886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F2D70-0910-E839-A370-1A3E35DD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547F3B-AF38-FB38-3F1B-2F974A33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B656-4E7F-9155-2C9F-4B86FA95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CE943-6ADF-88A8-2156-3D738E045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A919A-3AD4-A80D-C30D-63D1326D2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35DF4-0C29-49CD-78EE-2627A17FF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E0CCF-C27D-42B1-AACE-5A1B9254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DE850-EF71-6F7A-838E-841BEB8F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5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9EED-202C-3EAB-9D80-BAC3FEC8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E5EE4-DF8C-DA14-ADD8-FB5BE2331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A690-7B47-2FFA-24C7-9D98FFFA1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167B2-0411-D9B1-F709-1B6B7D884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8F6E8-A191-E8A4-B97A-90C1B3329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E6A3D-3E43-E54F-D492-5F1E90DA0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176BD-3B5A-1264-B2C1-D686A8B0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4EB50-687A-7041-034E-01DA62384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10713-B92A-B691-64C8-72113DAA5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B24FE-4503-F5AA-D27C-0769436F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1957-E776-73C5-6D59-C1CDB76D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EC03B9-22F1-D18F-3DCD-60A490037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DCBA8-C029-EDA4-2B37-6C3573FF2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D473C-FF7C-80BB-D9EE-7F9C2F35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5EBFE-D856-7501-BF15-F7E84005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599D3-3605-DD05-BAC4-1448637B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7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D76616-AD10-C3C5-D684-EE3AC65F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027AE-A0DE-99AA-0947-A2F750F5C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CE3D-44B8-554B-BB62-BB1C630E5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DE1DF0-E06E-4812-89A1-342C4554F60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9FD84-42AA-85B6-9356-5F4A9155A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EDD17-EC4C-E795-4DF4-3F048AB1D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D9E8F-3700-4FE2-B06E-D29F9B488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4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FEF13-8F2D-EA19-8F5C-8B985E62ABDA}"/>
              </a:ext>
            </a:extLst>
          </p:cNvPr>
          <p:cNvSpPr txBox="1"/>
          <p:nvPr/>
        </p:nvSpPr>
        <p:spPr>
          <a:xfrm>
            <a:off x="2506375" y="2591103"/>
            <a:ext cx="8005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i="1" dirty="0">
                <a:solidFill>
                  <a:srgbClr val="CCCC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ALL About Me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DC16DC-F86E-1B6D-FF54-19F605781665}"/>
              </a:ext>
            </a:extLst>
          </p:cNvPr>
          <p:cNvGrpSpPr/>
          <p:nvPr/>
        </p:nvGrpSpPr>
        <p:grpSpPr>
          <a:xfrm>
            <a:off x="1679960" y="3704357"/>
            <a:ext cx="9022702" cy="524022"/>
            <a:chOff x="1683593" y="3351655"/>
            <a:chExt cx="9022702" cy="52402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94EF8B7-F517-E7B8-BE68-F4BD8A641F5A}"/>
                </a:ext>
              </a:extLst>
            </p:cNvPr>
            <p:cNvSpPr txBox="1"/>
            <p:nvPr/>
          </p:nvSpPr>
          <p:spPr>
            <a:xfrm>
              <a:off x="1683593" y="3429000"/>
              <a:ext cx="9022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pc="300" dirty="0">
                  <a:latin typeface="Aptos Display" panose="020B0004020202020204" pitchFamily="34" charset="0"/>
                  <a:cs typeface="Dubai Light" panose="020B0303030403030204" pitchFamily="34" charset="-78"/>
                </a:rPr>
                <a:t>A PRESNTATION TO INTRODUCE MYSELF TO THE CLASS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2F95C-B041-54A3-F8C7-681DC87972CA}"/>
                </a:ext>
              </a:extLst>
            </p:cNvPr>
            <p:cNvSpPr/>
            <p:nvPr/>
          </p:nvSpPr>
          <p:spPr>
            <a:xfrm>
              <a:off x="2424404" y="3351655"/>
              <a:ext cx="7343192" cy="524022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B601577-5B00-7DB1-D89B-1E6ADEA92907}"/>
              </a:ext>
            </a:extLst>
          </p:cNvPr>
          <p:cNvSpPr txBox="1"/>
          <p:nvPr/>
        </p:nvSpPr>
        <p:spPr>
          <a:xfrm>
            <a:off x="4082591" y="1031491"/>
            <a:ext cx="4019550" cy="609600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272731"/>
              </a:avLst>
            </a:prstTxWarp>
            <a:spAutoFit/>
          </a:bodyPr>
          <a:lstStyle/>
          <a:p>
            <a:pPr algn="ctr"/>
            <a:r>
              <a:rPr lang="en-US" b="1" dirty="0"/>
              <a:t>Hello Classmates!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D5F18-D534-EA9F-2F2C-4C9B3A181010}"/>
              </a:ext>
            </a:extLst>
          </p:cNvPr>
          <p:cNvSpPr/>
          <p:nvPr/>
        </p:nvSpPr>
        <p:spPr>
          <a:xfrm>
            <a:off x="5457036" y="1393104"/>
            <a:ext cx="1270664" cy="132458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CA8D79-BDC0-B16B-97C6-07847BBE20D0}"/>
              </a:ext>
            </a:extLst>
          </p:cNvPr>
          <p:cNvSpPr/>
          <p:nvPr/>
        </p:nvSpPr>
        <p:spPr>
          <a:xfrm>
            <a:off x="7903354" y="4079491"/>
            <a:ext cx="1250855" cy="14202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759AB-F28C-1CB5-35E4-A279B0F0E33B}"/>
              </a:ext>
            </a:extLst>
          </p:cNvPr>
          <p:cNvSpPr/>
          <p:nvPr/>
        </p:nvSpPr>
        <p:spPr>
          <a:xfrm rot="10800000">
            <a:off x="1581016" y="2496937"/>
            <a:ext cx="1250855" cy="14202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D9BC5-2964-CEAD-518E-D96071C2381D}"/>
              </a:ext>
            </a:extLst>
          </p:cNvPr>
          <p:cNvSpPr txBox="1"/>
          <p:nvPr/>
        </p:nvSpPr>
        <p:spPr>
          <a:xfrm>
            <a:off x="1581016" y="4424861"/>
            <a:ext cx="9022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Name : </a:t>
            </a:r>
            <a:r>
              <a:rPr lang="en-US" dirty="0"/>
              <a:t>Musfira</a:t>
            </a:r>
            <a:endParaRPr lang="en-US" b="1" dirty="0"/>
          </a:p>
          <a:p>
            <a:pPr algn="ctr"/>
            <a:r>
              <a:rPr lang="en-US" b="1" dirty="0"/>
              <a:t>Father name : </a:t>
            </a:r>
            <a:r>
              <a:rPr lang="en-US" dirty="0"/>
              <a:t>Abdul Qadeer </a:t>
            </a:r>
            <a:endParaRPr lang="en-US" b="1" dirty="0"/>
          </a:p>
          <a:p>
            <a:pPr algn="ctr"/>
            <a:r>
              <a:rPr lang="en-US" b="1" dirty="0"/>
              <a:t>From : </a:t>
            </a:r>
            <a:r>
              <a:rPr lang="en-US" dirty="0"/>
              <a:t>Karachi</a:t>
            </a:r>
            <a:endParaRPr lang="en-US" b="1" dirty="0"/>
          </a:p>
          <a:p>
            <a:pPr algn="ctr"/>
            <a:r>
              <a:rPr lang="en-US" b="1" dirty="0"/>
              <a:t>Age : </a:t>
            </a:r>
            <a:r>
              <a:rPr lang="en-US" dirty="0"/>
              <a:t>18 </a:t>
            </a:r>
            <a:endParaRPr lang="en-US" b="1" dirty="0"/>
          </a:p>
          <a:p>
            <a:r>
              <a:rPr lang="en-US" dirty="0"/>
              <a:t> 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AF90EEE6-B23B-92D4-B324-A224AED46B2A}"/>
              </a:ext>
            </a:extLst>
          </p:cNvPr>
          <p:cNvSpPr/>
          <p:nvPr/>
        </p:nvSpPr>
        <p:spPr>
          <a:xfrm rot="20249644">
            <a:off x="-796723" y="-1281873"/>
            <a:ext cx="5745691" cy="6110793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3C5C97B1-9EE7-ED5F-E05E-C80C3F28D2CB}"/>
              </a:ext>
            </a:extLst>
          </p:cNvPr>
          <p:cNvSpPr/>
          <p:nvPr/>
        </p:nvSpPr>
        <p:spPr>
          <a:xfrm rot="1233943">
            <a:off x="2638859" y="2269375"/>
            <a:ext cx="6175842" cy="5449638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EA00D697-84A3-94B4-0C3C-71C878C2DD20}"/>
              </a:ext>
            </a:extLst>
          </p:cNvPr>
          <p:cNvSpPr/>
          <p:nvPr/>
        </p:nvSpPr>
        <p:spPr>
          <a:xfrm rot="14183997">
            <a:off x="-1653495" y="2792044"/>
            <a:ext cx="6367523" cy="4742959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AE9F83A0-A251-6807-E787-6D1A5523209D}"/>
              </a:ext>
            </a:extLst>
          </p:cNvPr>
          <p:cNvSpPr/>
          <p:nvPr/>
        </p:nvSpPr>
        <p:spPr>
          <a:xfrm>
            <a:off x="2510390" y="-2972846"/>
            <a:ext cx="8434620" cy="659694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4614F047-7C19-AB85-E72A-15E99F820F8B}"/>
              </a:ext>
            </a:extLst>
          </p:cNvPr>
          <p:cNvSpPr/>
          <p:nvPr/>
        </p:nvSpPr>
        <p:spPr>
          <a:xfrm rot="8996784">
            <a:off x="7027055" y="1701760"/>
            <a:ext cx="6820828" cy="6130044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56B4B2B6-38B8-6378-3370-69B65CF491BC}"/>
              </a:ext>
            </a:extLst>
          </p:cNvPr>
          <p:cNvSpPr/>
          <p:nvPr/>
        </p:nvSpPr>
        <p:spPr>
          <a:xfrm rot="1969713">
            <a:off x="7596480" y="-877440"/>
            <a:ext cx="6140146" cy="584085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07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6FEF13-8F2D-EA19-8F5C-8B985E62ABDA}"/>
              </a:ext>
            </a:extLst>
          </p:cNvPr>
          <p:cNvSpPr txBox="1"/>
          <p:nvPr/>
        </p:nvSpPr>
        <p:spPr>
          <a:xfrm>
            <a:off x="2506375" y="2591103"/>
            <a:ext cx="8005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i="1" dirty="0">
                <a:solidFill>
                  <a:srgbClr val="CCCC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ALL About Me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DC16DC-F86E-1B6D-FF54-19F605781665}"/>
              </a:ext>
            </a:extLst>
          </p:cNvPr>
          <p:cNvGrpSpPr/>
          <p:nvPr/>
        </p:nvGrpSpPr>
        <p:grpSpPr>
          <a:xfrm>
            <a:off x="1679960" y="3704357"/>
            <a:ext cx="9022702" cy="524022"/>
            <a:chOff x="1683593" y="3351655"/>
            <a:chExt cx="9022702" cy="52402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94EF8B7-F517-E7B8-BE68-F4BD8A641F5A}"/>
                </a:ext>
              </a:extLst>
            </p:cNvPr>
            <p:cNvSpPr txBox="1"/>
            <p:nvPr/>
          </p:nvSpPr>
          <p:spPr>
            <a:xfrm>
              <a:off x="1683593" y="3429000"/>
              <a:ext cx="90227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pc="300" dirty="0">
                  <a:latin typeface="Aptos Display" panose="020B0004020202020204" pitchFamily="34" charset="0"/>
                  <a:cs typeface="Dubai Light" panose="020B0303030403030204" pitchFamily="34" charset="-78"/>
                </a:rPr>
                <a:t>A PRESNTATION TO INTRODUCE MYSELF TO THE CLASS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D2F95C-B041-54A3-F8C7-681DC87972CA}"/>
                </a:ext>
              </a:extLst>
            </p:cNvPr>
            <p:cNvSpPr/>
            <p:nvPr/>
          </p:nvSpPr>
          <p:spPr>
            <a:xfrm>
              <a:off x="2424404" y="3351655"/>
              <a:ext cx="7343192" cy="524022"/>
            </a:xfrm>
            <a:prstGeom prst="rect">
              <a:avLst/>
            </a:prstGeom>
            <a:noFill/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B601577-5B00-7DB1-D89B-1E6ADEA92907}"/>
              </a:ext>
            </a:extLst>
          </p:cNvPr>
          <p:cNvSpPr txBox="1"/>
          <p:nvPr/>
        </p:nvSpPr>
        <p:spPr>
          <a:xfrm>
            <a:off x="4082591" y="1031491"/>
            <a:ext cx="4019550" cy="6096000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1272731"/>
              </a:avLst>
            </a:prstTxWarp>
            <a:spAutoFit/>
          </a:bodyPr>
          <a:lstStyle/>
          <a:p>
            <a:pPr algn="ctr"/>
            <a:r>
              <a:rPr lang="en-US" b="1" dirty="0"/>
              <a:t>Hello Classmates!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ED5F18-D534-EA9F-2F2C-4C9B3A181010}"/>
              </a:ext>
            </a:extLst>
          </p:cNvPr>
          <p:cNvSpPr/>
          <p:nvPr/>
        </p:nvSpPr>
        <p:spPr>
          <a:xfrm>
            <a:off x="5457036" y="1393104"/>
            <a:ext cx="1270664" cy="132458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CA8D79-BDC0-B16B-97C6-07847BBE20D0}"/>
              </a:ext>
            </a:extLst>
          </p:cNvPr>
          <p:cNvSpPr/>
          <p:nvPr/>
        </p:nvSpPr>
        <p:spPr>
          <a:xfrm>
            <a:off x="7903354" y="4079491"/>
            <a:ext cx="1250855" cy="14202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D759AB-F28C-1CB5-35E4-A279B0F0E33B}"/>
              </a:ext>
            </a:extLst>
          </p:cNvPr>
          <p:cNvSpPr/>
          <p:nvPr/>
        </p:nvSpPr>
        <p:spPr>
          <a:xfrm rot="10800000">
            <a:off x="1581016" y="2496937"/>
            <a:ext cx="1250855" cy="142021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8D9BC5-2964-CEAD-518E-D96071C2381D}"/>
              </a:ext>
            </a:extLst>
          </p:cNvPr>
          <p:cNvSpPr txBox="1"/>
          <p:nvPr/>
        </p:nvSpPr>
        <p:spPr>
          <a:xfrm>
            <a:off x="1581016" y="4424861"/>
            <a:ext cx="90227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Name : </a:t>
            </a:r>
            <a:r>
              <a:rPr lang="en-US" dirty="0"/>
              <a:t>Musfira</a:t>
            </a:r>
            <a:endParaRPr lang="en-US" b="1" dirty="0"/>
          </a:p>
          <a:p>
            <a:pPr algn="ctr"/>
            <a:r>
              <a:rPr lang="en-US" b="1" dirty="0"/>
              <a:t>Father name : </a:t>
            </a:r>
            <a:r>
              <a:rPr lang="en-US" dirty="0"/>
              <a:t>Muhamad Qadeer </a:t>
            </a:r>
            <a:endParaRPr lang="en-US" b="1" dirty="0"/>
          </a:p>
          <a:p>
            <a:pPr algn="ctr"/>
            <a:r>
              <a:rPr lang="en-US" b="1" dirty="0"/>
              <a:t>From : </a:t>
            </a:r>
            <a:r>
              <a:rPr lang="en-US" dirty="0"/>
              <a:t>Karachi</a:t>
            </a:r>
            <a:endParaRPr lang="en-US" b="1" dirty="0"/>
          </a:p>
          <a:p>
            <a:pPr algn="ctr"/>
            <a:r>
              <a:rPr lang="en-US" b="1" dirty="0"/>
              <a:t>Age : </a:t>
            </a:r>
            <a:r>
              <a:rPr lang="en-US" dirty="0"/>
              <a:t>18 </a:t>
            </a:r>
            <a:endParaRPr lang="en-US" b="1" dirty="0"/>
          </a:p>
          <a:p>
            <a:r>
              <a:rPr lang="en-US" dirty="0"/>
              <a:t> </a:t>
            </a: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AF90EEE6-B23B-92D4-B324-A224AED46B2A}"/>
              </a:ext>
            </a:extLst>
          </p:cNvPr>
          <p:cNvSpPr/>
          <p:nvPr/>
        </p:nvSpPr>
        <p:spPr>
          <a:xfrm rot="20249644">
            <a:off x="-1543503" y="-1503034"/>
            <a:ext cx="5745691" cy="434922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loud 9">
            <a:extLst>
              <a:ext uri="{FF2B5EF4-FFF2-40B4-BE49-F238E27FC236}">
                <a16:creationId xmlns:a16="http://schemas.microsoft.com/office/drawing/2014/main" id="{3C5C97B1-9EE7-ED5F-E05E-C80C3F28D2CB}"/>
              </a:ext>
            </a:extLst>
          </p:cNvPr>
          <p:cNvSpPr/>
          <p:nvPr/>
        </p:nvSpPr>
        <p:spPr>
          <a:xfrm rot="1233943">
            <a:off x="1868285" y="5762460"/>
            <a:ext cx="6175842" cy="480826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EA00D697-84A3-94B4-0C3C-71C878C2DD20}"/>
              </a:ext>
            </a:extLst>
          </p:cNvPr>
          <p:cNvSpPr/>
          <p:nvPr/>
        </p:nvSpPr>
        <p:spPr>
          <a:xfrm rot="14183997">
            <a:off x="-3460959" y="2985804"/>
            <a:ext cx="6367523" cy="4742959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AE9F83A0-A251-6807-E787-6D1A5523209D}"/>
              </a:ext>
            </a:extLst>
          </p:cNvPr>
          <p:cNvSpPr/>
          <p:nvPr/>
        </p:nvSpPr>
        <p:spPr>
          <a:xfrm>
            <a:off x="2803923" y="-5697178"/>
            <a:ext cx="8434620" cy="659694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4614F047-7C19-AB85-E72A-15E99F820F8B}"/>
              </a:ext>
            </a:extLst>
          </p:cNvPr>
          <p:cNvSpPr/>
          <p:nvPr/>
        </p:nvSpPr>
        <p:spPr>
          <a:xfrm rot="8996784">
            <a:off x="7138643" y="4621094"/>
            <a:ext cx="6820828" cy="5053416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56B4B2B6-38B8-6378-3370-69B65CF491BC}"/>
              </a:ext>
            </a:extLst>
          </p:cNvPr>
          <p:cNvSpPr/>
          <p:nvPr/>
        </p:nvSpPr>
        <p:spPr>
          <a:xfrm rot="1969713">
            <a:off x="8528287" y="-814560"/>
            <a:ext cx="6140146" cy="5053416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846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6265B7-3FD1-77AA-248E-7B8C8043A7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905067-8C76-B84B-93C7-1FC56E3A13C1}"/>
              </a:ext>
            </a:extLst>
          </p:cNvPr>
          <p:cNvGrpSpPr/>
          <p:nvPr/>
        </p:nvGrpSpPr>
        <p:grpSpPr>
          <a:xfrm rot="10800000">
            <a:off x="-3396343" y="-725329"/>
            <a:ext cx="9133114" cy="8801100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B7CCFD75-8848-2336-1FEF-4F0DCE2E3B41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0392C7-B8BD-2622-6A68-CBC6CE8F8C0C}"/>
                </a:ext>
              </a:extLst>
            </p:cNvPr>
            <p:cNvSpPr txBox="1"/>
            <p:nvPr/>
          </p:nvSpPr>
          <p:spPr>
            <a:xfrm>
              <a:off x="-329293" y="628237"/>
              <a:ext cx="32384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Personality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 traits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EC694B-7F91-A29D-F3BF-3977F94F6E86}"/>
                </a:ext>
              </a:extLst>
            </p:cNvPr>
            <p:cNvSpPr txBox="1"/>
            <p:nvPr/>
          </p:nvSpPr>
          <p:spPr>
            <a:xfrm rot="5400000">
              <a:off x="1998524" y="2561244"/>
              <a:ext cx="323849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Hobbies 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&amp;</a:t>
              </a:r>
              <a:br>
                <a:rPr lang="en-US" sz="3600" dirty="0">
                  <a:latin typeface="Modern Love" panose="04090805081005020601" pitchFamily="82" charset="0"/>
                </a:rPr>
              </a:br>
              <a:r>
                <a:rPr lang="en-US" sz="3600" dirty="0">
                  <a:latin typeface="Modern Love" panose="04090805081005020601" pitchFamily="82" charset="0"/>
                </a:rPr>
                <a:t>interests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83447C-B9F4-BFFA-9920-240E38FB47FC}"/>
                </a:ext>
              </a:extLst>
            </p:cNvPr>
            <p:cNvSpPr txBox="1"/>
            <p:nvPr/>
          </p:nvSpPr>
          <p:spPr>
            <a:xfrm rot="10800000">
              <a:off x="-737507" y="5400339"/>
              <a:ext cx="32384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Modern Love" panose="04090805081005020601" pitchFamily="82" charset="0"/>
                </a:rPr>
                <a:t>academic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E211AA-15C2-6AD2-C574-0F3F1120A1BF}"/>
                </a:ext>
              </a:extLst>
            </p:cNvPr>
            <p:cNvSpPr txBox="1"/>
            <p:nvPr/>
          </p:nvSpPr>
          <p:spPr>
            <a:xfrm rot="16200000">
              <a:off x="-2843900" y="2790146"/>
              <a:ext cx="3135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Modern Love" panose="04090805081005020601" pitchFamily="82" charset="0"/>
                </a:rPr>
                <a:t>achievements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943002C2-2D6A-3B18-FCFA-E8B402CE299C}"/>
              </a:ext>
            </a:extLst>
          </p:cNvPr>
          <p:cNvSpPr/>
          <p:nvPr/>
        </p:nvSpPr>
        <p:spPr>
          <a:xfrm>
            <a:off x="-449035" y="2055971"/>
            <a:ext cx="3238499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7FB76BB-5A6D-DC59-B57D-296591055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565" y="797860"/>
            <a:ext cx="574402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I am student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335876-75F8-9EE4-B9BA-B87EC9A3625D}"/>
              </a:ext>
            </a:extLst>
          </p:cNvPr>
          <p:cNvCxnSpPr>
            <a:cxnSpLocks/>
          </p:cNvCxnSpPr>
          <p:nvPr/>
        </p:nvCxnSpPr>
        <p:spPr>
          <a:xfrm flipV="1">
            <a:off x="6978607" y="2037155"/>
            <a:ext cx="2624475" cy="9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495D1E-8082-94D9-1D54-50BBAA3F5F35}"/>
              </a:ext>
            </a:extLst>
          </p:cNvPr>
          <p:cNvSpPr txBox="1"/>
          <p:nvPr/>
        </p:nvSpPr>
        <p:spPr>
          <a:xfrm>
            <a:off x="6846448" y="2971313"/>
            <a:ext cx="4952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“Intermediate in Pre-Medical – 2nd Year”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Favorite subjects: [ biology , English ]</a:t>
            </a:r>
          </a:p>
          <a:p>
            <a:endParaRPr lang="en-US" dirty="0"/>
          </a:p>
          <a:p>
            <a:r>
              <a:rPr lang="en-US" dirty="0"/>
              <a:t>“Also pursuing Certificate in Information         Technology (CIT)”</a:t>
            </a:r>
          </a:p>
        </p:txBody>
      </p:sp>
    </p:spTree>
    <p:extLst>
      <p:ext uri="{BB962C8B-B14F-4D97-AF65-F5344CB8AC3E}">
        <p14:creationId xmlns:p14="http://schemas.microsoft.com/office/powerpoint/2010/main" val="381843337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6265B7-3FD1-77AA-248E-7B8C8043A729}"/>
              </a:ext>
            </a:extLst>
          </p:cNvPr>
          <p:cNvSpPr/>
          <p:nvPr/>
        </p:nvSpPr>
        <p:spPr>
          <a:xfrm>
            <a:off x="-1" y="-4225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905067-8C76-B84B-93C7-1FC56E3A13C1}"/>
              </a:ext>
            </a:extLst>
          </p:cNvPr>
          <p:cNvGrpSpPr/>
          <p:nvPr/>
        </p:nvGrpSpPr>
        <p:grpSpPr>
          <a:xfrm rot="5400000">
            <a:off x="-3396343" y="-725329"/>
            <a:ext cx="9133114" cy="8801100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B7CCFD75-8848-2336-1FEF-4F0DCE2E3B41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0392C7-B8BD-2622-6A68-CBC6CE8F8C0C}"/>
                </a:ext>
              </a:extLst>
            </p:cNvPr>
            <p:cNvSpPr txBox="1"/>
            <p:nvPr/>
          </p:nvSpPr>
          <p:spPr>
            <a:xfrm>
              <a:off x="-329293" y="628237"/>
              <a:ext cx="32384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Personality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 traits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EC694B-7F91-A29D-F3BF-3977F94F6E86}"/>
                </a:ext>
              </a:extLst>
            </p:cNvPr>
            <p:cNvSpPr txBox="1"/>
            <p:nvPr/>
          </p:nvSpPr>
          <p:spPr>
            <a:xfrm rot="5400000">
              <a:off x="2012829" y="2727882"/>
              <a:ext cx="323849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Hobbies 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&amp;</a:t>
              </a:r>
              <a:br>
                <a:rPr lang="en-US" sz="3600" dirty="0">
                  <a:latin typeface="Modern Love" panose="04090805081005020601" pitchFamily="82" charset="0"/>
                </a:rPr>
              </a:br>
              <a:r>
                <a:rPr lang="en-US" sz="3600" dirty="0">
                  <a:latin typeface="Modern Love" panose="04090805081005020601" pitchFamily="82" charset="0"/>
                </a:rPr>
                <a:t>interests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83447C-B9F4-BFFA-9920-240E38FB47FC}"/>
                </a:ext>
              </a:extLst>
            </p:cNvPr>
            <p:cNvSpPr txBox="1"/>
            <p:nvPr/>
          </p:nvSpPr>
          <p:spPr>
            <a:xfrm rot="10800000">
              <a:off x="-737507" y="5400339"/>
              <a:ext cx="32384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Modern Love" panose="04090805081005020601" pitchFamily="82" charset="0"/>
                </a:rPr>
                <a:t>academic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E211AA-15C2-6AD2-C574-0F3F1120A1BF}"/>
                </a:ext>
              </a:extLst>
            </p:cNvPr>
            <p:cNvSpPr txBox="1"/>
            <p:nvPr/>
          </p:nvSpPr>
          <p:spPr>
            <a:xfrm rot="16200000">
              <a:off x="-2785412" y="2708505"/>
              <a:ext cx="3135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Modern Love" panose="04090805081005020601" pitchFamily="82" charset="0"/>
                </a:rPr>
                <a:t>achievements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943002C2-2D6A-3B18-FCFA-E8B402CE299C}"/>
              </a:ext>
            </a:extLst>
          </p:cNvPr>
          <p:cNvSpPr/>
          <p:nvPr/>
        </p:nvSpPr>
        <p:spPr>
          <a:xfrm>
            <a:off x="-449035" y="2055971"/>
            <a:ext cx="3238499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78E4EE-923B-BA56-D5FD-B9A22127A4F7}"/>
              </a:ext>
            </a:extLst>
          </p:cNvPr>
          <p:cNvSpPr txBox="1"/>
          <p:nvPr/>
        </p:nvSpPr>
        <p:spPr>
          <a:xfrm>
            <a:off x="6887032" y="3553257"/>
            <a:ext cx="475881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“Completed Matric with good grades”</a:t>
            </a:r>
          </a:p>
          <a:p>
            <a:r>
              <a:rPr lang="en-US" dirty="0"/>
              <a:t>   </a:t>
            </a:r>
          </a:p>
          <a:p>
            <a:r>
              <a:rPr lang="en-US" dirty="0"/>
              <a:t>“Gave a speech and received a certificate”</a:t>
            </a:r>
          </a:p>
          <a:p>
            <a:endParaRPr lang="en-US" dirty="0"/>
          </a:p>
          <a:p>
            <a:r>
              <a:rPr lang="en-US" dirty="0"/>
              <a:t>“Improved computer &amp; presentation skills”</a:t>
            </a:r>
          </a:p>
          <a:p>
            <a:endParaRPr lang="en-US" dirty="0"/>
          </a:p>
          <a:p>
            <a:r>
              <a:rPr lang="en-US" dirty="0"/>
              <a:t>“Passed Bano Qabil Aptitude Test”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EAE195-1368-CF7F-A9C3-CADBEEC7D34E}"/>
              </a:ext>
            </a:extLst>
          </p:cNvPr>
          <p:cNvSpPr txBox="1"/>
          <p:nvPr/>
        </p:nvSpPr>
        <p:spPr>
          <a:xfrm>
            <a:off x="6887032" y="996419"/>
            <a:ext cx="46604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My Small but Meaningful Achievement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7AC603-D616-3420-3086-74A9314F5238}"/>
              </a:ext>
            </a:extLst>
          </p:cNvPr>
          <p:cNvCxnSpPr/>
          <p:nvPr/>
        </p:nvCxnSpPr>
        <p:spPr>
          <a:xfrm>
            <a:off x="6988632" y="3294248"/>
            <a:ext cx="26923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4721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6265B7-3FD1-77AA-248E-7B8C8043A729}"/>
              </a:ext>
            </a:extLst>
          </p:cNvPr>
          <p:cNvSpPr/>
          <p:nvPr/>
        </p:nvSpPr>
        <p:spPr>
          <a:xfrm>
            <a:off x="-1" y="-4225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905067-8C76-B84B-93C7-1FC56E3A13C1}"/>
              </a:ext>
            </a:extLst>
          </p:cNvPr>
          <p:cNvGrpSpPr/>
          <p:nvPr/>
        </p:nvGrpSpPr>
        <p:grpSpPr>
          <a:xfrm>
            <a:off x="-3396343" y="-725329"/>
            <a:ext cx="9133114" cy="8801100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B7CCFD75-8848-2336-1FEF-4F0DCE2E3B41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0392C7-B8BD-2622-6A68-CBC6CE8F8C0C}"/>
                </a:ext>
              </a:extLst>
            </p:cNvPr>
            <p:cNvSpPr txBox="1"/>
            <p:nvPr/>
          </p:nvSpPr>
          <p:spPr>
            <a:xfrm>
              <a:off x="-157195" y="609420"/>
              <a:ext cx="32384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Personality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 traits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EC694B-7F91-A29D-F3BF-3977F94F6E86}"/>
                </a:ext>
              </a:extLst>
            </p:cNvPr>
            <p:cNvSpPr txBox="1"/>
            <p:nvPr/>
          </p:nvSpPr>
          <p:spPr>
            <a:xfrm rot="5400000">
              <a:off x="2012829" y="2727882"/>
              <a:ext cx="323849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Hobbies 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&amp;</a:t>
              </a:r>
              <a:br>
                <a:rPr lang="en-US" sz="3600" dirty="0">
                  <a:latin typeface="Modern Love" panose="04090805081005020601" pitchFamily="82" charset="0"/>
                </a:rPr>
              </a:br>
              <a:r>
                <a:rPr lang="en-US" sz="3600" dirty="0">
                  <a:latin typeface="Modern Love" panose="04090805081005020601" pitchFamily="82" charset="0"/>
                </a:rPr>
                <a:t>interests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83447C-B9F4-BFFA-9920-240E38FB47FC}"/>
                </a:ext>
              </a:extLst>
            </p:cNvPr>
            <p:cNvSpPr txBox="1"/>
            <p:nvPr/>
          </p:nvSpPr>
          <p:spPr>
            <a:xfrm rot="10800000">
              <a:off x="-737507" y="5400339"/>
              <a:ext cx="32384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Modern Love" panose="04090805081005020601" pitchFamily="82" charset="0"/>
                </a:rPr>
                <a:t>academic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E211AA-15C2-6AD2-C574-0F3F1120A1BF}"/>
                </a:ext>
              </a:extLst>
            </p:cNvPr>
            <p:cNvSpPr txBox="1"/>
            <p:nvPr/>
          </p:nvSpPr>
          <p:spPr>
            <a:xfrm rot="16200000">
              <a:off x="-2785412" y="2708505"/>
              <a:ext cx="3135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Modern Love" panose="04090805081005020601" pitchFamily="82" charset="0"/>
                </a:rPr>
                <a:t>achievements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943002C2-2D6A-3B18-FCFA-E8B402CE299C}"/>
              </a:ext>
            </a:extLst>
          </p:cNvPr>
          <p:cNvSpPr/>
          <p:nvPr/>
        </p:nvSpPr>
        <p:spPr>
          <a:xfrm>
            <a:off x="-449035" y="2055971"/>
            <a:ext cx="3238499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6D093-7B77-791D-E0EA-CF8841CF0081}"/>
              </a:ext>
            </a:extLst>
          </p:cNvPr>
          <p:cNvSpPr txBox="1"/>
          <p:nvPr/>
        </p:nvSpPr>
        <p:spPr>
          <a:xfrm>
            <a:off x="6965300" y="879352"/>
            <a:ext cx="45215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Who I Am 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26610-783F-81A6-7DD4-DF1CB4F72573}"/>
              </a:ext>
            </a:extLst>
          </p:cNvPr>
          <p:cNvSpPr txBox="1"/>
          <p:nvPr/>
        </p:nvSpPr>
        <p:spPr>
          <a:xfrm>
            <a:off x="6961239" y="2340077"/>
            <a:ext cx="3015099" cy="2505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80103062-2A51-449B-E736-5663979ABAA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32596" y="3591113"/>
            <a:ext cx="40392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Honest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Good listener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Hardworking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55BCE0-EC0E-8C07-DB90-6BDCF7F4A9F5}"/>
              </a:ext>
            </a:extLst>
          </p:cNvPr>
          <p:cNvCxnSpPr/>
          <p:nvPr/>
        </p:nvCxnSpPr>
        <p:spPr>
          <a:xfrm>
            <a:off x="7078762" y="2340077"/>
            <a:ext cx="25224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724E0-B3C4-F91E-4749-FF0B9CCA8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4087" y="3592756"/>
            <a:ext cx="171603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Respectful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Friendly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129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6265B7-3FD1-77AA-248E-7B8C8043A729}"/>
              </a:ext>
            </a:extLst>
          </p:cNvPr>
          <p:cNvSpPr/>
          <p:nvPr/>
        </p:nvSpPr>
        <p:spPr>
          <a:xfrm>
            <a:off x="0" y="-9396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905067-8C76-B84B-93C7-1FC56E3A13C1}"/>
              </a:ext>
            </a:extLst>
          </p:cNvPr>
          <p:cNvGrpSpPr/>
          <p:nvPr/>
        </p:nvGrpSpPr>
        <p:grpSpPr>
          <a:xfrm rot="16200000">
            <a:off x="-3396343" y="-725329"/>
            <a:ext cx="9133114" cy="8801100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B7CCFD75-8848-2336-1FEF-4F0DCE2E3B41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E0392C7-B8BD-2622-6A68-CBC6CE8F8C0C}"/>
                </a:ext>
              </a:extLst>
            </p:cNvPr>
            <p:cNvSpPr txBox="1"/>
            <p:nvPr/>
          </p:nvSpPr>
          <p:spPr>
            <a:xfrm>
              <a:off x="-329293" y="628237"/>
              <a:ext cx="32384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Personality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 traits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EC694B-7F91-A29D-F3BF-3977F94F6E86}"/>
                </a:ext>
              </a:extLst>
            </p:cNvPr>
            <p:cNvSpPr txBox="1"/>
            <p:nvPr/>
          </p:nvSpPr>
          <p:spPr>
            <a:xfrm rot="5400000">
              <a:off x="2012829" y="2727882"/>
              <a:ext cx="323849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Hobbies </a:t>
              </a:r>
            </a:p>
            <a:p>
              <a:pPr algn="ctr"/>
              <a:r>
                <a:rPr lang="en-US" sz="3600" dirty="0">
                  <a:latin typeface="Modern Love" panose="04090805081005020601" pitchFamily="82" charset="0"/>
                </a:rPr>
                <a:t>&amp;</a:t>
              </a:r>
              <a:br>
                <a:rPr lang="en-US" sz="3600" dirty="0">
                  <a:latin typeface="Modern Love" panose="04090805081005020601" pitchFamily="82" charset="0"/>
                </a:rPr>
              </a:br>
              <a:r>
                <a:rPr lang="en-US" sz="3600" dirty="0">
                  <a:latin typeface="Modern Love" panose="04090805081005020601" pitchFamily="82" charset="0"/>
                </a:rPr>
                <a:t>interests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83447C-B9F4-BFFA-9920-240E38FB47FC}"/>
                </a:ext>
              </a:extLst>
            </p:cNvPr>
            <p:cNvSpPr txBox="1"/>
            <p:nvPr/>
          </p:nvSpPr>
          <p:spPr>
            <a:xfrm rot="10800000">
              <a:off x="-737507" y="5400339"/>
              <a:ext cx="32384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Modern Love" panose="04090805081005020601" pitchFamily="82" charset="0"/>
                </a:rPr>
                <a:t>academic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E211AA-15C2-6AD2-C574-0F3F1120A1BF}"/>
                </a:ext>
              </a:extLst>
            </p:cNvPr>
            <p:cNvSpPr txBox="1"/>
            <p:nvPr/>
          </p:nvSpPr>
          <p:spPr>
            <a:xfrm rot="16200000">
              <a:off x="-2843900" y="2790146"/>
              <a:ext cx="31350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Modern Love" panose="04090805081005020601" pitchFamily="82" charset="0"/>
                </a:rPr>
                <a:t>achievements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943002C2-2D6A-3B18-FCFA-E8B402CE299C}"/>
              </a:ext>
            </a:extLst>
          </p:cNvPr>
          <p:cNvSpPr/>
          <p:nvPr/>
        </p:nvSpPr>
        <p:spPr>
          <a:xfrm>
            <a:off x="-449035" y="2055971"/>
            <a:ext cx="3238499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F888A-AB69-4EA5-D5AA-DE9F172D0AC4}"/>
              </a:ext>
            </a:extLst>
          </p:cNvPr>
          <p:cNvSpPr txBox="1"/>
          <p:nvPr/>
        </p:nvSpPr>
        <p:spPr>
          <a:xfrm>
            <a:off x="6784357" y="535166"/>
            <a:ext cx="42236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What I Love to Do,,,,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4168A8-48E5-CE62-8935-F3E9544ADE42}"/>
              </a:ext>
            </a:extLst>
          </p:cNvPr>
          <p:cNvSpPr txBox="1"/>
          <p:nvPr/>
        </p:nvSpPr>
        <p:spPr>
          <a:xfrm>
            <a:off x="6049095" y="2487024"/>
            <a:ext cx="23446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     Hobbies</a:t>
            </a:r>
          </a:p>
          <a:p>
            <a:r>
              <a:rPr lang="en-US" sz="3600" b="1" dirty="0"/>
              <a:t> 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3162B17E-35D2-91F8-4BAC-0FCD289436C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736962" y="3905978"/>
            <a:ext cx="325463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Exploring new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Scrolling insta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dirty="0"/>
              <a:t>Watching documentaries or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     movies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48F075-8945-42E4-BF4F-EE2D217289E2}"/>
              </a:ext>
            </a:extLst>
          </p:cNvPr>
          <p:cNvCxnSpPr>
            <a:cxnSpLocks/>
          </p:cNvCxnSpPr>
          <p:nvPr/>
        </p:nvCxnSpPr>
        <p:spPr>
          <a:xfrm>
            <a:off x="8906232" y="3419604"/>
            <a:ext cx="0" cy="23506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9A476D5-F83C-5E6D-E492-74DFAD2DCC40}"/>
              </a:ext>
            </a:extLst>
          </p:cNvPr>
          <p:cNvSpPr txBox="1"/>
          <p:nvPr/>
        </p:nvSpPr>
        <p:spPr>
          <a:xfrm>
            <a:off x="9558408" y="3028890"/>
            <a:ext cx="2149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Interest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9E9C17-E254-8B41-89C4-D974CF6B625A}"/>
              </a:ext>
            </a:extLst>
          </p:cNvPr>
          <p:cNvSpPr txBox="1"/>
          <p:nvPr/>
        </p:nvSpPr>
        <p:spPr>
          <a:xfrm>
            <a:off x="9221962" y="3905978"/>
            <a:ext cx="2622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/>
              <a:t>Drawing and creative art  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/>
              <a:t>Photography 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/>
              <a:t> video editing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800" dirty="0"/>
              <a:t>Writing / journaling</a:t>
            </a:r>
          </a:p>
        </p:txBody>
      </p:sp>
    </p:spTree>
    <p:extLst>
      <p:ext uri="{BB962C8B-B14F-4D97-AF65-F5344CB8AC3E}">
        <p14:creationId xmlns:p14="http://schemas.microsoft.com/office/powerpoint/2010/main" val="2074398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0F2C2F-C397-6AA8-5529-A6C7BE4496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9219" name="Group 12">
            <a:extLst>
              <a:ext uri="{FF2B5EF4-FFF2-40B4-BE49-F238E27FC236}">
                <a16:creationId xmlns:a16="http://schemas.microsoft.com/office/drawing/2014/main" id="{08DF83B9-1BA1-3F98-B597-5312E692287A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-3396456" y="-724695"/>
            <a:ext cx="9132888" cy="8801101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4B84FF58-5C5B-1C4F-57CC-499A5BE5CBD4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9229" name="TextBox 5">
              <a:extLst>
                <a:ext uri="{FF2B5EF4-FFF2-40B4-BE49-F238E27FC236}">
                  <a16:creationId xmlns:a16="http://schemas.microsoft.com/office/drawing/2014/main" id="{65E07161-1185-83F9-1AD2-E6573A535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42013" y="396240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Future 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goals</a:t>
              </a:r>
            </a:p>
          </p:txBody>
        </p:sp>
        <p:sp>
          <p:nvSpPr>
            <p:cNvPr id="9230" name="TextBox 7">
              <a:extLst>
                <a:ext uri="{FF2B5EF4-FFF2-40B4-BE49-F238E27FC236}">
                  <a16:creationId xmlns:a16="http://schemas.microsoft.com/office/drawing/2014/main" id="{B1B72C03-FE6F-794B-A6BC-0DB41459E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2213967" y="2776687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My role model</a:t>
              </a:r>
            </a:p>
          </p:txBody>
        </p:sp>
        <p:sp>
          <p:nvSpPr>
            <p:cNvPr id="9231" name="TextBox 8">
              <a:extLst>
                <a:ext uri="{FF2B5EF4-FFF2-40B4-BE49-F238E27FC236}">
                  <a16:creationId xmlns:a16="http://schemas.microsoft.com/office/drawing/2014/main" id="{D568C4A7-B0C3-11DB-EE72-E3D926AA1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-718457" y="5324599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Favorite topic/ tool</a:t>
              </a:r>
            </a:p>
          </p:txBody>
        </p:sp>
        <p:sp>
          <p:nvSpPr>
            <p:cNvPr id="9232" name="TextBox 9">
              <a:extLst>
                <a:ext uri="{FF2B5EF4-FFF2-40B4-BE49-F238E27FC236}">
                  <a16:creationId xmlns:a16="http://schemas.microsoft.com/office/drawing/2014/main" id="{09667C43-E2A1-B4C5-0A4C-AF80E9FCC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3094154" y="2012585"/>
              <a:ext cx="3234265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Strengths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&amp;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weaknesses 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33016831-687E-161F-5F53-154AFCA58AE4}"/>
              </a:ext>
            </a:extLst>
          </p:cNvPr>
          <p:cNvSpPr/>
          <p:nvPr/>
        </p:nvSpPr>
        <p:spPr>
          <a:xfrm>
            <a:off x="-449263" y="2055813"/>
            <a:ext cx="3238501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A7971-C261-8C3D-CBBB-0A0081191E1E}"/>
              </a:ext>
            </a:extLst>
          </p:cNvPr>
          <p:cNvSpPr txBox="1"/>
          <p:nvPr/>
        </p:nvSpPr>
        <p:spPr>
          <a:xfrm>
            <a:off x="6230938" y="485775"/>
            <a:ext cx="5734050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Areas of Strength, Areas of Growth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4917112-E385-8F63-D41A-1BB47E5FC1FC}"/>
              </a:ext>
            </a:extLst>
          </p:cNvPr>
          <p:cNvCxnSpPr/>
          <p:nvPr/>
        </p:nvCxnSpPr>
        <p:spPr>
          <a:xfrm>
            <a:off x="6323013" y="2193925"/>
            <a:ext cx="31480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214FC8-3B31-8933-9D1C-969C4B0D92AC}"/>
              </a:ext>
            </a:extLst>
          </p:cNvPr>
          <p:cNvCxnSpPr/>
          <p:nvPr/>
        </p:nvCxnSpPr>
        <p:spPr>
          <a:xfrm>
            <a:off x="8778875" y="3108325"/>
            <a:ext cx="0" cy="2568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4" name="TextBox 15">
            <a:extLst>
              <a:ext uri="{FF2B5EF4-FFF2-40B4-BE49-F238E27FC236}">
                <a16:creationId xmlns:a16="http://schemas.microsoft.com/office/drawing/2014/main" id="{8DD5374E-6617-EEB1-E805-B3BFDF359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0938" y="2786063"/>
            <a:ext cx="22193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US" altLang="en-US" sz="3600" b="1"/>
              <a:t>strengths</a:t>
            </a:r>
          </a:p>
        </p:txBody>
      </p:sp>
      <p:sp>
        <p:nvSpPr>
          <p:cNvPr id="9225" name="TextBox 17">
            <a:extLst>
              <a:ext uri="{FF2B5EF4-FFF2-40B4-BE49-F238E27FC236}">
                <a16:creationId xmlns:a16="http://schemas.microsoft.com/office/drawing/2014/main" id="{D09BB589-00F9-4553-D8B7-8BFA9B50F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5263" y="2789238"/>
            <a:ext cx="2879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/>
            <a:r>
              <a:rPr lang="en-US" altLang="en-US" sz="3600" b="1" dirty="0"/>
              <a:t>Weaknesses </a:t>
            </a:r>
          </a:p>
        </p:txBody>
      </p:sp>
      <p:sp>
        <p:nvSpPr>
          <p:cNvPr id="9226" name="TextBox 19">
            <a:extLst>
              <a:ext uri="{FF2B5EF4-FFF2-40B4-BE49-F238E27FC236}">
                <a16:creationId xmlns:a16="http://schemas.microsoft.com/office/drawing/2014/main" id="{B9787EA7-1129-F0AB-B19E-7C67A1455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0" y="3509963"/>
            <a:ext cx="334327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Responsible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Hardworking and dedicated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My family, who always supports me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/>
              <a:t>A best friend who motivates and encourages 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B143C5-A24F-A70F-9343-3374C3B45701}"/>
              </a:ext>
            </a:extLst>
          </p:cNvPr>
          <p:cNvSpPr txBox="1"/>
          <p:nvPr/>
        </p:nvSpPr>
        <p:spPr>
          <a:xfrm>
            <a:off x="9045575" y="3463925"/>
            <a:ext cx="2879725" cy="2030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Shy in public speaking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Sometimes overthink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+mn-lt"/>
              </a:rPr>
              <a:t>Easily nervous before exams or presentations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85D32B-DCC0-E246-DA41-892FCC3915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1267" name="Group 12">
            <a:extLst>
              <a:ext uri="{FF2B5EF4-FFF2-40B4-BE49-F238E27FC236}">
                <a16:creationId xmlns:a16="http://schemas.microsoft.com/office/drawing/2014/main" id="{45275C63-AB03-07BC-2F1C-6E92B9BEE76B}"/>
              </a:ext>
            </a:extLst>
          </p:cNvPr>
          <p:cNvGrpSpPr>
            <a:grpSpLocks/>
          </p:cNvGrpSpPr>
          <p:nvPr/>
        </p:nvGrpSpPr>
        <p:grpSpPr bwMode="auto">
          <a:xfrm>
            <a:off x="-3395663" y="-725488"/>
            <a:ext cx="9132888" cy="8801101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59237A65-B429-74BD-607C-1F8810424852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1273" name="TextBox 5">
              <a:extLst>
                <a:ext uri="{FF2B5EF4-FFF2-40B4-BE49-F238E27FC236}">
                  <a16:creationId xmlns:a16="http://schemas.microsoft.com/office/drawing/2014/main" id="{BB11CF11-502D-4419-C422-72836D8CE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42013" y="396240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Future 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goals</a:t>
              </a:r>
            </a:p>
          </p:txBody>
        </p:sp>
        <p:sp>
          <p:nvSpPr>
            <p:cNvPr id="11274" name="TextBox 7">
              <a:extLst>
                <a:ext uri="{FF2B5EF4-FFF2-40B4-BE49-F238E27FC236}">
                  <a16:creationId xmlns:a16="http://schemas.microsoft.com/office/drawing/2014/main" id="{1AB3C3C9-0622-C30A-E93B-A64035A95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2213967" y="2776687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My role model</a:t>
              </a:r>
            </a:p>
          </p:txBody>
        </p:sp>
        <p:sp>
          <p:nvSpPr>
            <p:cNvPr id="11275" name="TextBox 8">
              <a:extLst>
                <a:ext uri="{FF2B5EF4-FFF2-40B4-BE49-F238E27FC236}">
                  <a16:creationId xmlns:a16="http://schemas.microsoft.com/office/drawing/2014/main" id="{744F00FD-E53E-2046-00EF-C19D0D3BE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-718457" y="5324599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Favorite topic/ tool</a:t>
              </a:r>
            </a:p>
          </p:txBody>
        </p:sp>
        <p:sp>
          <p:nvSpPr>
            <p:cNvPr id="11276" name="TextBox 9">
              <a:extLst>
                <a:ext uri="{FF2B5EF4-FFF2-40B4-BE49-F238E27FC236}">
                  <a16:creationId xmlns:a16="http://schemas.microsoft.com/office/drawing/2014/main" id="{A77743D2-5A42-57B8-A02C-7A11485CE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3094154" y="2012585"/>
              <a:ext cx="3234265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Strengths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&amp;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weaknesses 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E57ED2D4-D9D9-9C26-85AC-09D4DA6B94D3}"/>
              </a:ext>
            </a:extLst>
          </p:cNvPr>
          <p:cNvSpPr/>
          <p:nvPr/>
        </p:nvSpPr>
        <p:spPr>
          <a:xfrm>
            <a:off x="-449263" y="2055813"/>
            <a:ext cx="3238501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AE4C2B-2451-5E9C-2EA2-45EF9BB29650}"/>
              </a:ext>
            </a:extLst>
          </p:cNvPr>
          <p:cNvSpPr txBox="1"/>
          <p:nvPr/>
        </p:nvSpPr>
        <p:spPr>
          <a:xfrm>
            <a:off x="6521450" y="542925"/>
            <a:ext cx="4338638" cy="1938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Where I See Myself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5FF3688-A9E2-1DD5-D150-8CA3AAEFC241}"/>
              </a:ext>
            </a:extLst>
          </p:cNvPr>
          <p:cNvCxnSpPr/>
          <p:nvPr/>
        </p:nvCxnSpPr>
        <p:spPr>
          <a:xfrm>
            <a:off x="6686550" y="2730500"/>
            <a:ext cx="3213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1" name="Rectangle 3">
            <a:extLst>
              <a:ext uri="{FF2B5EF4-FFF2-40B4-BE49-F238E27FC236}">
                <a16:creationId xmlns:a16="http://schemas.microsoft.com/office/drawing/2014/main" id="{4D2A4FE9-9E04-5EFB-3B4A-DD3C428D4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463" y="3806825"/>
            <a:ext cx="6021387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Become a doctor (since you’re pre-medical)</a:t>
            </a:r>
          </a:p>
          <a:p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Continue improving my IT skills alongside my studies</a:t>
            </a:r>
          </a:p>
          <a:p>
            <a:pPr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Contribute to society by helping others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98F9B4-0848-650B-893F-AA926CB7B1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2291" name="Group 12">
            <a:extLst>
              <a:ext uri="{FF2B5EF4-FFF2-40B4-BE49-F238E27FC236}">
                <a16:creationId xmlns:a16="http://schemas.microsoft.com/office/drawing/2014/main" id="{34C9C51B-3B14-EFC6-34FB-70621222C267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-3396456" y="-724695"/>
            <a:ext cx="9132888" cy="8801101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DF2F0ADF-E7C5-66D4-DEEB-79909A2DD3D9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2298" name="TextBox 5">
              <a:extLst>
                <a:ext uri="{FF2B5EF4-FFF2-40B4-BE49-F238E27FC236}">
                  <a16:creationId xmlns:a16="http://schemas.microsoft.com/office/drawing/2014/main" id="{BC54141A-4981-BE92-B22C-8B340DA92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42013" y="396240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Future 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goals</a:t>
              </a:r>
            </a:p>
          </p:txBody>
        </p:sp>
        <p:sp>
          <p:nvSpPr>
            <p:cNvPr id="12299" name="TextBox 7">
              <a:extLst>
                <a:ext uri="{FF2B5EF4-FFF2-40B4-BE49-F238E27FC236}">
                  <a16:creationId xmlns:a16="http://schemas.microsoft.com/office/drawing/2014/main" id="{E061FCC6-0C44-51F5-AF29-15E868C143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2213967" y="2776687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My role model</a:t>
              </a:r>
            </a:p>
          </p:txBody>
        </p:sp>
        <p:sp>
          <p:nvSpPr>
            <p:cNvPr id="12300" name="TextBox 8">
              <a:extLst>
                <a:ext uri="{FF2B5EF4-FFF2-40B4-BE49-F238E27FC236}">
                  <a16:creationId xmlns:a16="http://schemas.microsoft.com/office/drawing/2014/main" id="{734F0500-E3C1-07DB-AEBB-D64EF63D8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-718457" y="5324599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Favorite topic/ tool</a:t>
              </a:r>
            </a:p>
          </p:txBody>
        </p:sp>
        <p:sp>
          <p:nvSpPr>
            <p:cNvPr id="12301" name="TextBox 9">
              <a:extLst>
                <a:ext uri="{FF2B5EF4-FFF2-40B4-BE49-F238E27FC236}">
                  <a16:creationId xmlns:a16="http://schemas.microsoft.com/office/drawing/2014/main" id="{4B76A3CC-9919-27B8-2E46-9BB7B2270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3094154" y="2012585"/>
              <a:ext cx="3234265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Strengths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&amp;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weaknesses 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365A4FE2-4B28-3DCA-6F96-55C7F8E3335C}"/>
              </a:ext>
            </a:extLst>
          </p:cNvPr>
          <p:cNvSpPr/>
          <p:nvPr/>
        </p:nvSpPr>
        <p:spPr>
          <a:xfrm>
            <a:off x="-449263" y="2055813"/>
            <a:ext cx="3238501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68ABE-72B0-AFAD-DF2A-D1C2EF49261B}"/>
              </a:ext>
            </a:extLst>
          </p:cNvPr>
          <p:cNvSpPr txBox="1"/>
          <p:nvPr/>
        </p:nvSpPr>
        <p:spPr>
          <a:xfrm>
            <a:off x="6464300" y="574675"/>
            <a:ext cx="5138738" cy="1938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Person Who Inspires Me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F8FEE-B84D-29FA-6D2C-8CD16037BEDB}"/>
              </a:ext>
            </a:extLst>
          </p:cNvPr>
          <p:cNvCxnSpPr/>
          <p:nvPr/>
        </p:nvCxnSpPr>
        <p:spPr>
          <a:xfrm>
            <a:off x="6594475" y="2847975"/>
            <a:ext cx="34115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95" name="Rectangle 1">
            <a:extLst>
              <a:ext uri="{FF2B5EF4-FFF2-40B4-BE49-F238E27FC236}">
                <a16:creationId xmlns:a16="http://schemas.microsoft.com/office/drawing/2014/main" id="{9158F31B-ABA8-B8DE-F52A-26FC09F01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8550" y="603250"/>
            <a:ext cx="53816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endParaRPr lang="en-US" altLang="en-US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6" name="Rectangle 2">
            <a:extLst>
              <a:ext uri="{FF2B5EF4-FFF2-40B4-BE49-F238E27FC236}">
                <a16:creationId xmlns:a16="http://schemas.microsoft.com/office/drawing/2014/main" id="{91F7ADEF-78E9-7E9D-21E9-09BE222A9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300" y="3738563"/>
            <a:ext cx="5381625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My father</a:t>
            </a:r>
            <a:r>
              <a:rPr lang="en-US" altLang="en-US" dirty="0">
                <a:latin typeface="Arial" panose="020B0604020202020204" pitchFamily="34" charset="0"/>
              </a:rPr>
              <a:t> is hardworking and responsible.</a:t>
            </a: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 always supports and motivates me.</a:t>
            </a: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He teaches me honesty, patience, and discipline.</a:t>
            </a: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His dedication inspires me to achieve my goals.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67193B-6928-63E8-DCC6-0A1FFDD884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tx1">
                  <a:alpha val="43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3315" name="Group 12">
            <a:extLst>
              <a:ext uri="{FF2B5EF4-FFF2-40B4-BE49-F238E27FC236}">
                <a16:creationId xmlns:a16="http://schemas.microsoft.com/office/drawing/2014/main" id="{44674AF0-760F-D5D9-480B-84803BA3C7FB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-3395663" y="-725488"/>
            <a:ext cx="9132888" cy="8801101"/>
            <a:chOff x="-3396342" y="-971551"/>
            <a:chExt cx="9133114" cy="8801100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B9A04E85-95E9-61B9-0893-F8F8A2E27CB8}"/>
                </a:ext>
              </a:extLst>
            </p:cNvPr>
            <p:cNvSpPr/>
            <p:nvPr/>
          </p:nvSpPr>
          <p:spPr>
            <a:xfrm>
              <a:off x="-3396342" y="-971551"/>
              <a:ext cx="9133114" cy="8801100"/>
            </a:xfrm>
            <a:prstGeom prst="flowChartSummingJunction">
              <a:avLst/>
            </a:prstGeom>
            <a:ln>
              <a:solidFill>
                <a:schemeClr val="bg1"/>
              </a:solidFill>
            </a:ln>
            <a:effectLst>
              <a:outerShdw blurRad="152400" dist="38100" sx="104000" sy="104000" algn="l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13321" name="TextBox 5">
              <a:extLst>
                <a:ext uri="{FF2B5EF4-FFF2-40B4-BE49-F238E27FC236}">
                  <a16:creationId xmlns:a16="http://schemas.microsoft.com/office/drawing/2014/main" id="{1EF80105-F70C-CF10-09F3-BA3000CB8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42013" y="396240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Future 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goals</a:t>
              </a:r>
            </a:p>
          </p:txBody>
        </p:sp>
        <p:sp>
          <p:nvSpPr>
            <p:cNvPr id="13322" name="TextBox 7">
              <a:extLst>
                <a:ext uri="{FF2B5EF4-FFF2-40B4-BE49-F238E27FC236}">
                  <a16:creationId xmlns:a16="http://schemas.microsoft.com/office/drawing/2014/main" id="{4A10A9E8-394C-DC16-CE86-C88FDE4E9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2213967" y="2776687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My role model</a:t>
              </a:r>
            </a:p>
          </p:txBody>
        </p:sp>
        <p:sp>
          <p:nvSpPr>
            <p:cNvPr id="13323" name="TextBox 8">
              <a:extLst>
                <a:ext uri="{FF2B5EF4-FFF2-40B4-BE49-F238E27FC236}">
                  <a16:creationId xmlns:a16="http://schemas.microsoft.com/office/drawing/2014/main" id="{195D60DD-4E72-1BE6-DC22-AB43F0A03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-718457" y="5324599"/>
              <a:ext cx="3238499" cy="1323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Favorite topic/ tool</a:t>
              </a:r>
            </a:p>
          </p:txBody>
        </p:sp>
        <p:sp>
          <p:nvSpPr>
            <p:cNvPr id="13324" name="TextBox 9">
              <a:extLst>
                <a:ext uri="{FF2B5EF4-FFF2-40B4-BE49-F238E27FC236}">
                  <a16:creationId xmlns:a16="http://schemas.microsoft.com/office/drawing/2014/main" id="{919960B7-1281-F0AF-D193-137AFB35B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3094154" y="2012585"/>
              <a:ext cx="3234265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ptos" panose="020B00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Strengths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&amp;</a:t>
              </a:r>
            </a:p>
            <a:p>
              <a:pPr algn="ctr" eaLnBrk="1" hangingPunct="1"/>
              <a:r>
                <a:rPr lang="en-US" altLang="en-US" sz="4000">
                  <a:latin typeface="Modern Love" panose="04090805081005020601" pitchFamily="82" charset="0"/>
                </a:rPr>
                <a:t>weaknesses 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ADF59FCA-821F-73E9-1C84-B2E26BB36A10}"/>
              </a:ext>
            </a:extLst>
          </p:cNvPr>
          <p:cNvSpPr/>
          <p:nvPr/>
        </p:nvSpPr>
        <p:spPr>
          <a:xfrm>
            <a:off x="-449263" y="2055813"/>
            <a:ext cx="3238501" cy="3238500"/>
          </a:xfrm>
          <a:prstGeom prst="ellipse">
            <a:avLst/>
          </a:prstGeom>
          <a:ln>
            <a:noFill/>
          </a:ln>
          <a:effectLst>
            <a:outerShdw blurRad="152400" dist="38100" sx="103000" sy="103000" algn="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68CD4-C4FC-E5A8-5EAD-FBB057D72E75}"/>
              </a:ext>
            </a:extLst>
          </p:cNvPr>
          <p:cNvSpPr txBox="1"/>
          <p:nvPr/>
        </p:nvSpPr>
        <p:spPr>
          <a:xfrm>
            <a:off x="6588125" y="669925"/>
            <a:ext cx="4779963" cy="1939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Best Part of My Course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AA894E-FC0F-A557-2C93-6DEEBB7F0A3F}"/>
              </a:ext>
            </a:extLst>
          </p:cNvPr>
          <p:cNvCxnSpPr/>
          <p:nvPr/>
        </p:nvCxnSpPr>
        <p:spPr>
          <a:xfrm>
            <a:off x="6729413" y="2998788"/>
            <a:ext cx="3170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19" name="Rectangle 3">
            <a:extLst>
              <a:ext uri="{FF2B5EF4-FFF2-40B4-BE49-F238E27FC236}">
                <a16:creationId xmlns:a16="http://schemas.microsoft.com/office/drawing/2014/main" id="{FE45D6AB-7781-B5C5-6712-7BFAEF981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3859213"/>
            <a:ext cx="5376862" cy="203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In </a:t>
            </a:r>
            <a:r>
              <a:rPr lang="en-US" altLang="en-US" b="1" dirty="0">
                <a:latin typeface="Arial" panose="020B0604020202020204" pitchFamily="34" charset="0"/>
              </a:rPr>
              <a:t>PowerPoint</a:t>
            </a:r>
            <a:r>
              <a:rPr lang="en-US" altLang="en-US" dirty="0">
                <a:latin typeface="Arial" panose="020B0604020202020204" pitchFamily="34" charset="0"/>
              </a:rPr>
              <a:t>, it is easy to make presentations</a:t>
            </a: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PowerPoint</a:t>
            </a:r>
            <a:r>
              <a:rPr lang="en-US" altLang="en-US" dirty="0">
                <a:latin typeface="Arial" panose="020B0604020202020204" pitchFamily="34" charset="0"/>
              </a:rPr>
              <a:t> offers creative designs and themes</a:t>
            </a: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allows adding pictures, videos, and animations</a:t>
            </a: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PowerPoint</a:t>
            </a:r>
            <a:r>
              <a:rPr lang="en-US" altLang="en-US" dirty="0">
                <a:latin typeface="Arial" panose="020B0604020202020204" pitchFamily="34" charset="0"/>
              </a:rPr>
              <a:t> is the best way to share ideas clearly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C3766-E1A8-C631-2520-A3948BC1B52E}"/>
              </a:ext>
            </a:extLst>
          </p:cNvPr>
          <p:cNvSpPr txBox="1"/>
          <p:nvPr/>
        </p:nvSpPr>
        <p:spPr>
          <a:xfrm>
            <a:off x="3444875" y="2206625"/>
            <a:ext cx="5403850" cy="1447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b="1" i="1" dirty="0">
                <a:solidFill>
                  <a:srgbClr val="CCCC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Fun fact 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62B593-D898-C3EE-8A18-D5A0B01FB65E}"/>
              </a:ext>
            </a:extLst>
          </p:cNvPr>
          <p:cNvSpPr/>
          <p:nvPr/>
        </p:nvSpPr>
        <p:spPr>
          <a:xfrm rot="10800000">
            <a:off x="7794625" y="4343400"/>
            <a:ext cx="1250950" cy="142081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370" name="TextBox 6">
            <a:extLst>
              <a:ext uri="{FF2B5EF4-FFF2-40B4-BE49-F238E27FC236}">
                <a16:creationId xmlns:a16="http://schemas.microsoft.com/office/drawing/2014/main" id="{28A9E151-05DE-7BFA-22F0-694DD4832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981450"/>
            <a:ext cx="80899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ptos Display" panose="020B0004020202020204" pitchFamily="34" charset="0"/>
                <a:cs typeface="Calibri Light" panose="020F0302020204030204" pitchFamily="34" charset="0"/>
              </a:rPr>
              <a:t>I always tell everyone that I want to become a doctor, and they believe me because I chose the medical field. But the truth is, I really want to become a professional photographer and video editor </a:t>
            </a:r>
            <a:r>
              <a:rPr lang="en-US" altLang="en-US" sz="1800">
                <a:latin typeface="Aptos Display" panose="020B0004020202020204" pitchFamily="34" charset="0"/>
              </a:rPr>
              <a:t>.</a:t>
            </a:r>
          </a:p>
        </p:txBody>
      </p:sp>
      <p:grpSp>
        <p:nvGrpSpPr>
          <p:cNvPr id="15371" name="Group 35">
            <a:extLst>
              <a:ext uri="{FF2B5EF4-FFF2-40B4-BE49-F238E27FC236}">
                <a16:creationId xmlns:a16="http://schemas.microsoft.com/office/drawing/2014/main" id="{9CBAC145-30F5-6D3B-155A-0456AEFCA80D}"/>
              </a:ext>
            </a:extLst>
          </p:cNvPr>
          <p:cNvGrpSpPr>
            <a:grpSpLocks/>
          </p:cNvGrpSpPr>
          <p:nvPr/>
        </p:nvGrpSpPr>
        <p:grpSpPr bwMode="auto">
          <a:xfrm>
            <a:off x="5284788" y="1189038"/>
            <a:ext cx="1622425" cy="736600"/>
            <a:chOff x="5056994" y="1348872"/>
            <a:chExt cx="1077410" cy="569889"/>
          </a:xfrm>
        </p:grpSpPr>
        <p:grpSp>
          <p:nvGrpSpPr>
            <p:cNvPr id="15376" name="Group 34">
              <a:extLst>
                <a:ext uri="{FF2B5EF4-FFF2-40B4-BE49-F238E27FC236}">
                  <a16:creationId xmlns:a16="http://schemas.microsoft.com/office/drawing/2014/main" id="{5A42AA4A-A3BE-6434-DBBE-728C07A6B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782" y="1348872"/>
              <a:ext cx="979834" cy="359670"/>
              <a:chOff x="4619760" y="1014884"/>
              <a:chExt cx="1958102" cy="745585"/>
            </a:xfrm>
          </p:grpSpPr>
          <p:grpSp>
            <p:nvGrpSpPr>
              <p:cNvPr id="15378" name="Group 23">
                <a:extLst>
                  <a:ext uri="{FF2B5EF4-FFF2-40B4-BE49-F238E27FC236}">
                    <a16:creationId xmlns:a16="http://schemas.microsoft.com/office/drawing/2014/main" id="{0D5786F1-ED2B-D1E6-B2A7-DB84C29225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19760" y="1014884"/>
                <a:ext cx="876688" cy="719903"/>
                <a:chOff x="4619760" y="1014884"/>
                <a:chExt cx="876688" cy="719903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C54B68FE-193E-7AAB-16A8-D6738574CE24}"/>
                    </a:ext>
                  </a:extLst>
                </p:cNvPr>
                <p:cNvCxnSpPr/>
                <p:nvPr/>
              </p:nvCxnSpPr>
              <p:spPr>
                <a:xfrm>
                  <a:off x="4631813" y="1014884"/>
                  <a:ext cx="863767" cy="3793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A1B99E8A-2B54-029A-B0F4-4E07234633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31813" y="1394243"/>
                  <a:ext cx="851127" cy="3411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D286105-37A9-2D9E-E549-6674AE0CA4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9172" y="1389151"/>
                  <a:ext cx="85112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379" name="Group 24">
                <a:extLst>
                  <a:ext uri="{FF2B5EF4-FFF2-40B4-BE49-F238E27FC236}">
                    <a16:creationId xmlns:a16="http://schemas.microsoft.com/office/drawing/2014/main" id="{24928130-9246-A600-4101-DCE00C128D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5701174" y="1040566"/>
                <a:ext cx="876688" cy="719903"/>
                <a:chOff x="4619760" y="1014884"/>
                <a:chExt cx="876688" cy="719903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943B561-7B0C-1E24-EC86-31067ACA568C}"/>
                    </a:ext>
                  </a:extLst>
                </p:cNvPr>
                <p:cNvCxnSpPr/>
                <p:nvPr/>
              </p:nvCxnSpPr>
              <p:spPr>
                <a:xfrm>
                  <a:off x="4631814" y="1014480"/>
                  <a:ext cx="863767" cy="3793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7A368C43-2AAA-28A0-8198-B7CF36D5C7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31814" y="1388747"/>
                  <a:ext cx="851127" cy="3411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C46B8A6B-8021-09CE-A88C-2244A3B31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9173" y="1383655"/>
                  <a:ext cx="85112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73648E-E087-B899-1A71-99EE2169C5EA}"/>
                </a:ext>
              </a:extLst>
            </p:cNvPr>
            <p:cNvGrpSpPr/>
            <p:nvPr/>
          </p:nvGrpSpPr>
          <p:grpSpPr>
            <a:xfrm>
              <a:off x="5056994" y="1753948"/>
              <a:ext cx="1077410" cy="164813"/>
              <a:chOff x="4700832" y="1837451"/>
              <a:chExt cx="1788172" cy="254549"/>
            </a:xfrm>
            <a:solidFill>
              <a:srgbClr val="EB9595"/>
            </a:solidFill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A126DB5-6411-A9F2-FBD3-8D0F00BAC230}"/>
                  </a:ext>
                </a:extLst>
              </p:cNvPr>
              <p:cNvSpPr/>
              <p:nvPr/>
            </p:nvSpPr>
            <p:spPr>
              <a:xfrm>
                <a:off x="4700832" y="1842207"/>
                <a:ext cx="430833" cy="2497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2F83BED-B502-CA11-4DD1-5F6634069C6E}"/>
                  </a:ext>
                </a:extLst>
              </p:cNvPr>
              <p:cNvSpPr/>
              <p:nvPr/>
            </p:nvSpPr>
            <p:spPr>
              <a:xfrm>
                <a:off x="6058171" y="1837451"/>
                <a:ext cx="430833" cy="2497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B6C6759-3082-DB47-6CBA-F9128009C74C}"/>
              </a:ext>
            </a:extLst>
          </p:cNvPr>
          <p:cNvSpPr/>
          <p:nvPr/>
        </p:nvSpPr>
        <p:spPr>
          <a:xfrm>
            <a:off x="1674813" y="2695575"/>
            <a:ext cx="1250950" cy="142081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5373" name="Group 38">
            <a:extLst>
              <a:ext uri="{FF2B5EF4-FFF2-40B4-BE49-F238E27FC236}">
                <a16:creationId xmlns:a16="http://schemas.microsoft.com/office/drawing/2014/main" id="{C5DC856D-5412-F9CA-629A-9098537F94D0}"/>
              </a:ext>
            </a:extLst>
          </p:cNvPr>
          <p:cNvGrpSpPr>
            <a:grpSpLocks/>
          </p:cNvGrpSpPr>
          <p:nvPr/>
        </p:nvGrpSpPr>
        <p:grpSpPr bwMode="auto">
          <a:xfrm>
            <a:off x="5862638" y="1811338"/>
            <a:ext cx="469900" cy="242887"/>
            <a:chOff x="5141672" y="1668826"/>
            <a:chExt cx="794652" cy="444184"/>
          </a:xfrm>
        </p:grpSpPr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4A6AF8CA-C395-78A6-9F13-29EA636A621E}"/>
                </a:ext>
              </a:extLst>
            </p:cNvPr>
            <p:cNvSpPr/>
            <p:nvPr/>
          </p:nvSpPr>
          <p:spPr>
            <a:xfrm rot="5400000">
              <a:off x="5118242" y="1692256"/>
              <a:ext cx="444184" cy="397326"/>
            </a:xfrm>
            <a:prstGeom prst="arc">
              <a:avLst>
                <a:gd name="adj1" fmla="val 16200000"/>
                <a:gd name="adj2" fmla="val 528361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79A4C15A-6158-4E7A-01DA-736F705C33B3}"/>
                </a:ext>
              </a:extLst>
            </p:cNvPr>
            <p:cNvSpPr/>
            <p:nvPr/>
          </p:nvSpPr>
          <p:spPr>
            <a:xfrm rot="5400000">
              <a:off x="5515568" y="1692256"/>
              <a:ext cx="444184" cy="397326"/>
            </a:xfrm>
            <a:prstGeom prst="arc">
              <a:avLst>
                <a:gd name="adj1" fmla="val 16200000"/>
                <a:gd name="adj2" fmla="val 528361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5" name="Cloud 4">
            <a:extLst>
              <a:ext uri="{FF2B5EF4-FFF2-40B4-BE49-F238E27FC236}">
                <a16:creationId xmlns:a16="http://schemas.microsoft.com/office/drawing/2014/main" id="{7217F856-00D9-3C24-B11E-1290EB094588}"/>
              </a:ext>
            </a:extLst>
          </p:cNvPr>
          <p:cNvSpPr/>
          <p:nvPr/>
        </p:nvSpPr>
        <p:spPr>
          <a:xfrm rot="20249644">
            <a:off x="-956980" y="-1069085"/>
            <a:ext cx="5745691" cy="4938388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FBD4D41E-C5F0-1BD7-CE66-30C58D57216C}"/>
              </a:ext>
            </a:extLst>
          </p:cNvPr>
          <p:cNvSpPr/>
          <p:nvPr/>
        </p:nvSpPr>
        <p:spPr>
          <a:xfrm rot="1233943">
            <a:off x="2245409" y="2561877"/>
            <a:ext cx="6175842" cy="480826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058572FF-8D65-E41B-4E5A-FFCA1F759CE6}"/>
              </a:ext>
            </a:extLst>
          </p:cNvPr>
          <p:cNvSpPr/>
          <p:nvPr/>
        </p:nvSpPr>
        <p:spPr>
          <a:xfrm rot="14183997">
            <a:off x="-1723936" y="2831885"/>
            <a:ext cx="6367523" cy="4742959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4D5157DA-BC9B-B3D0-9897-08C6ADDBE4EC}"/>
              </a:ext>
            </a:extLst>
          </p:cNvPr>
          <p:cNvSpPr/>
          <p:nvPr/>
        </p:nvSpPr>
        <p:spPr>
          <a:xfrm>
            <a:off x="2159704" y="-2538758"/>
            <a:ext cx="8434620" cy="659694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ED757413-CE0B-D150-2C92-6A0B681AB89F}"/>
              </a:ext>
            </a:extLst>
          </p:cNvPr>
          <p:cNvSpPr/>
          <p:nvPr/>
        </p:nvSpPr>
        <p:spPr>
          <a:xfrm rot="8996784">
            <a:off x="6379400" y="2253629"/>
            <a:ext cx="6820828" cy="620041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7BB5C953-67EE-1892-4ED7-7C2276C11DB2}"/>
              </a:ext>
            </a:extLst>
          </p:cNvPr>
          <p:cNvSpPr/>
          <p:nvPr/>
        </p:nvSpPr>
        <p:spPr>
          <a:xfrm rot="1969713">
            <a:off x="6659842" y="-1362911"/>
            <a:ext cx="6140146" cy="5207190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3C3766-E1A8-C631-2520-A3948BC1B52E}"/>
              </a:ext>
            </a:extLst>
          </p:cNvPr>
          <p:cNvSpPr txBox="1"/>
          <p:nvPr/>
        </p:nvSpPr>
        <p:spPr>
          <a:xfrm>
            <a:off x="3444875" y="2206625"/>
            <a:ext cx="5403850" cy="1447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00" b="1" i="1" dirty="0">
                <a:solidFill>
                  <a:srgbClr val="CCCC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Fun fact 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62B593-D898-C3EE-8A18-D5A0B01FB65E}"/>
              </a:ext>
            </a:extLst>
          </p:cNvPr>
          <p:cNvSpPr/>
          <p:nvPr/>
        </p:nvSpPr>
        <p:spPr>
          <a:xfrm rot="10800000">
            <a:off x="7794625" y="4343400"/>
            <a:ext cx="1250950" cy="142081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370" name="TextBox 6">
            <a:extLst>
              <a:ext uri="{FF2B5EF4-FFF2-40B4-BE49-F238E27FC236}">
                <a16:creationId xmlns:a16="http://schemas.microsoft.com/office/drawing/2014/main" id="{28A9E151-05DE-7BFA-22F0-694DD4832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981450"/>
            <a:ext cx="80899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latin typeface="Aptos Display" panose="020B0004020202020204" pitchFamily="34" charset="0"/>
                <a:cs typeface="Calibri Light" panose="020F0302020204030204" pitchFamily="34" charset="0"/>
              </a:rPr>
              <a:t>I always tell everyone that I want to become a doctor, and they believe me because I chose the medical field. But the truth is, I really want to become a professional photographer and video editor </a:t>
            </a:r>
            <a:r>
              <a:rPr lang="en-US" altLang="en-US" sz="1800">
                <a:latin typeface="Aptos Display" panose="020B0004020202020204" pitchFamily="34" charset="0"/>
              </a:rPr>
              <a:t>.</a:t>
            </a:r>
          </a:p>
        </p:txBody>
      </p:sp>
      <p:grpSp>
        <p:nvGrpSpPr>
          <p:cNvPr id="15371" name="Group 35">
            <a:extLst>
              <a:ext uri="{FF2B5EF4-FFF2-40B4-BE49-F238E27FC236}">
                <a16:creationId xmlns:a16="http://schemas.microsoft.com/office/drawing/2014/main" id="{9CBAC145-30F5-6D3B-155A-0456AEFCA80D}"/>
              </a:ext>
            </a:extLst>
          </p:cNvPr>
          <p:cNvGrpSpPr>
            <a:grpSpLocks/>
          </p:cNvGrpSpPr>
          <p:nvPr/>
        </p:nvGrpSpPr>
        <p:grpSpPr bwMode="auto">
          <a:xfrm>
            <a:off x="5284788" y="1189038"/>
            <a:ext cx="1622425" cy="736600"/>
            <a:chOff x="5056994" y="1348872"/>
            <a:chExt cx="1077410" cy="569889"/>
          </a:xfrm>
        </p:grpSpPr>
        <p:grpSp>
          <p:nvGrpSpPr>
            <p:cNvPr id="15376" name="Group 34">
              <a:extLst>
                <a:ext uri="{FF2B5EF4-FFF2-40B4-BE49-F238E27FC236}">
                  <a16:creationId xmlns:a16="http://schemas.microsoft.com/office/drawing/2014/main" id="{5A42AA4A-A3BE-6434-DBBE-728C07A6BC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782" y="1348872"/>
              <a:ext cx="979834" cy="359670"/>
              <a:chOff x="4619760" y="1014884"/>
              <a:chExt cx="1958102" cy="745585"/>
            </a:xfrm>
          </p:grpSpPr>
          <p:grpSp>
            <p:nvGrpSpPr>
              <p:cNvPr id="15378" name="Group 23">
                <a:extLst>
                  <a:ext uri="{FF2B5EF4-FFF2-40B4-BE49-F238E27FC236}">
                    <a16:creationId xmlns:a16="http://schemas.microsoft.com/office/drawing/2014/main" id="{0D5786F1-ED2B-D1E6-B2A7-DB84C29225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19760" y="1014884"/>
                <a:ext cx="876688" cy="719903"/>
                <a:chOff x="4619760" y="1014884"/>
                <a:chExt cx="876688" cy="719903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C54B68FE-193E-7AAB-16A8-D6738574CE24}"/>
                    </a:ext>
                  </a:extLst>
                </p:cNvPr>
                <p:cNvCxnSpPr/>
                <p:nvPr/>
              </p:nvCxnSpPr>
              <p:spPr>
                <a:xfrm>
                  <a:off x="4631813" y="1014884"/>
                  <a:ext cx="863767" cy="3793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A1B99E8A-2B54-029A-B0F4-4E07234633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31813" y="1394243"/>
                  <a:ext cx="851127" cy="3411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BD286105-37A9-2D9E-E549-6674AE0CA4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9172" y="1389151"/>
                  <a:ext cx="85112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379" name="Group 24">
                <a:extLst>
                  <a:ext uri="{FF2B5EF4-FFF2-40B4-BE49-F238E27FC236}">
                    <a16:creationId xmlns:a16="http://schemas.microsoft.com/office/drawing/2014/main" id="{24928130-9246-A600-4101-DCE00C128D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5701174" y="1040566"/>
                <a:ext cx="876688" cy="719903"/>
                <a:chOff x="4619760" y="1014884"/>
                <a:chExt cx="876688" cy="719903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D943B561-7B0C-1E24-EC86-31067ACA568C}"/>
                    </a:ext>
                  </a:extLst>
                </p:cNvPr>
                <p:cNvCxnSpPr/>
                <p:nvPr/>
              </p:nvCxnSpPr>
              <p:spPr>
                <a:xfrm>
                  <a:off x="4631814" y="1014480"/>
                  <a:ext cx="863767" cy="37935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7A368C43-2AAA-28A0-8198-B7CF36D5C7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631814" y="1388747"/>
                  <a:ext cx="851127" cy="34116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C46B8A6B-8021-09CE-A88C-2244A3B31A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619173" y="1383655"/>
                  <a:ext cx="851127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73648E-E087-B899-1A71-99EE2169C5EA}"/>
                </a:ext>
              </a:extLst>
            </p:cNvPr>
            <p:cNvGrpSpPr/>
            <p:nvPr/>
          </p:nvGrpSpPr>
          <p:grpSpPr>
            <a:xfrm>
              <a:off x="5056994" y="1753948"/>
              <a:ext cx="1077410" cy="164813"/>
              <a:chOff x="4700832" y="1837451"/>
              <a:chExt cx="1788172" cy="254549"/>
            </a:xfrm>
            <a:solidFill>
              <a:srgbClr val="EB9595"/>
            </a:solidFill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A126DB5-6411-A9F2-FBD3-8D0F00BAC230}"/>
                  </a:ext>
                </a:extLst>
              </p:cNvPr>
              <p:cNvSpPr/>
              <p:nvPr/>
            </p:nvSpPr>
            <p:spPr>
              <a:xfrm>
                <a:off x="4700832" y="1842207"/>
                <a:ext cx="430833" cy="2497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2F83BED-B502-CA11-4DD1-5F6634069C6E}"/>
                  </a:ext>
                </a:extLst>
              </p:cNvPr>
              <p:cNvSpPr/>
              <p:nvPr/>
            </p:nvSpPr>
            <p:spPr>
              <a:xfrm>
                <a:off x="6058171" y="1837451"/>
                <a:ext cx="430833" cy="24979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/>
              </a:p>
            </p:txBody>
          </p:sp>
        </p:grp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B6C6759-3082-DB47-6CBA-F9128009C74C}"/>
              </a:ext>
            </a:extLst>
          </p:cNvPr>
          <p:cNvSpPr/>
          <p:nvPr/>
        </p:nvSpPr>
        <p:spPr>
          <a:xfrm>
            <a:off x="1674813" y="2695575"/>
            <a:ext cx="1250950" cy="142081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5373" name="Group 38">
            <a:extLst>
              <a:ext uri="{FF2B5EF4-FFF2-40B4-BE49-F238E27FC236}">
                <a16:creationId xmlns:a16="http://schemas.microsoft.com/office/drawing/2014/main" id="{C5DC856D-5412-F9CA-629A-9098537F94D0}"/>
              </a:ext>
            </a:extLst>
          </p:cNvPr>
          <p:cNvGrpSpPr>
            <a:grpSpLocks/>
          </p:cNvGrpSpPr>
          <p:nvPr/>
        </p:nvGrpSpPr>
        <p:grpSpPr bwMode="auto">
          <a:xfrm>
            <a:off x="5862638" y="1811338"/>
            <a:ext cx="469900" cy="242887"/>
            <a:chOff x="5141672" y="1668826"/>
            <a:chExt cx="794652" cy="444184"/>
          </a:xfrm>
        </p:grpSpPr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4A6AF8CA-C395-78A6-9F13-29EA636A621E}"/>
                </a:ext>
              </a:extLst>
            </p:cNvPr>
            <p:cNvSpPr/>
            <p:nvPr/>
          </p:nvSpPr>
          <p:spPr>
            <a:xfrm rot="5400000">
              <a:off x="5118242" y="1692256"/>
              <a:ext cx="444184" cy="397326"/>
            </a:xfrm>
            <a:prstGeom prst="arc">
              <a:avLst>
                <a:gd name="adj1" fmla="val 16200000"/>
                <a:gd name="adj2" fmla="val 528361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79A4C15A-6158-4E7A-01DA-736F705C33B3}"/>
                </a:ext>
              </a:extLst>
            </p:cNvPr>
            <p:cNvSpPr/>
            <p:nvPr/>
          </p:nvSpPr>
          <p:spPr>
            <a:xfrm rot="5400000">
              <a:off x="5515568" y="1692256"/>
              <a:ext cx="444184" cy="397326"/>
            </a:xfrm>
            <a:prstGeom prst="arc">
              <a:avLst>
                <a:gd name="adj1" fmla="val 16200000"/>
                <a:gd name="adj2" fmla="val 5283615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5" name="Cloud 4">
            <a:extLst>
              <a:ext uri="{FF2B5EF4-FFF2-40B4-BE49-F238E27FC236}">
                <a16:creationId xmlns:a16="http://schemas.microsoft.com/office/drawing/2014/main" id="{7217F856-00D9-3C24-B11E-1290EB094588}"/>
              </a:ext>
            </a:extLst>
          </p:cNvPr>
          <p:cNvSpPr/>
          <p:nvPr/>
        </p:nvSpPr>
        <p:spPr>
          <a:xfrm rot="20249644">
            <a:off x="-1543503" y="-1503034"/>
            <a:ext cx="5745691" cy="434922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FBD4D41E-C5F0-1BD7-CE66-30C58D57216C}"/>
              </a:ext>
            </a:extLst>
          </p:cNvPr>
          <p:cNvSpPr/>
          <p:nvPr/>
        </p:nvSpPr>
        <p:spPr>
          <a:xfrm rot="1233943">
            <a:off x="1868285" y="5762460"/>
            <a:ext cx="6175842" cy="480826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058572FF-8D65-E41B-4E5A-FFCA1F759CE6}"/>
              </a:ext>
            </a:extLst>
          </p:cNvPr>
          <p:cNvSpPr/>
          <p:nvPr/>
        </p:nvSpPr>
        <p:spPr>
          <a:xfrm rot="14183997">
            <a:off x="-3460959" y="2985804"/>
            <a:ext cx="6367523" cy="4742959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4D5157DA-BC9B-B3D0-9897-08C6ADDBE4EC}"/>
              </a:ext>
            </a:extLst>
          </p:cNvPr>
          <p:cNvSpPr/>
          <p:nvPr/>
        </p:nvSpPr>
        <p:spPr>
          <a:xfrm>
            <a:off x="2884128" y="-5673023"/>
            <a:ext cx="8434620" cy="659694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ED757413-CE0B-D150-2C92-6A0B681AB89F}"/>
              </a:ext>
            </a:extLst>
          </p:cNvPr>
          <p:cNvSpPr/>
          <p:nvPr/>
        </p:nvSpPr>
        <p:spPr>
          <a:xfrm rot="8996784">
            <a:off x="7138643" y="4621094"/>
            <a:ext cx="6820828" cy="5053416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7BB5C953-67EE-1892-4ED7-7C2276C11DB2}"/>
              </a:ext>
            </a:extLst>
          </p:cNvPr>
          <p:cNvSpPr/>
          <p:nvPr/>
        </p:nvSpPr>
        <p:spPr>
          <a:xfrm rot="1969713">
            <a:off x="8528287" y="-814560"/>
            <a:ext cx="6140146" cy="5053416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539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57">
            <a:extLst>
              <a:ext uri="{FF2B5EF4-FFF2-40B4-BE49-F238E27FC236}">
                <a16:creationId xmlns:a16="http://schemas.microsoft.com/office/drawing/2014/main" id="{51C8186D-9BAC-85AE-01C2-8F90973F965F}"/>
              </a:ext>
            </a:extLst>
          </p:cNvPr>
          <p:cNvGrpSpPr>
            <a:grpSpLocks/>
          </p:cNvGrpSpPr>
          <p:nvPr/>
        </p:nvGrpSpPr>
        <p:grpSpPr bwMode="auto">
          <a:xfrm>
            <a:off x="2498725" y="1920875"/>
            <a:ext cx="6980238" cy="3302000"/>
            <a:chOff x="2498181" y="2211937"/>
            <a:chExt cx="6981180" cy="3302839"/>
          </a:xfrm>
        </p:grpSpPr>
        <p:sp>
          <p:nvSpPr>
            <p:cNvPr id="55" name="Cloud 54">
              <a:extLst>
                <a:ext uri="{FF2B5EF4-FFF2-40B4-BE49-F238E27FC236}">
                  <a16:creationId xmlns:a16="http://schemas.microsoft.com/office/drawing/2014/main" id="{EE000D49-A8EC-44D6-81B0-883A0B706739}"/>
                </a:ext>
              </a:extLst>
            </p:cNvPr>
            <p:cNvSpPr/>
            <p:nvPr/>
          </p:nvSpPr>
          <p:spPr>
            <a:xfrm rot="11080889">
              <a:off x="2498181" y="2211937"/>
              <a:ext cx="6981180" cy="3302839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0EEBF97-D4D1-7BEE-DCDF-EBE6AD0FCBDE}"/>
                </a:ext>
              </a:extLst>
            </p:cNvPr>
            <p:cNvSpPr txBox="1"/>
            <p:nvPr/>
          </p:nvSpPr>
          <p:spPr>
            <a:xfrm>
              <a:off x="2982434" y="3026532"/>
              <a:ext cx="6454058" cy="144657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800" b="1" i="1" dirty="0">
                  <a:solidFill>
                    <a:srgbClr val="CCCC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Thank you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C9627-FF20-173C-B996-C6850C1934CB}"/>
              </a:ext>
            </a:extLst>
          </p:cNvPr>
          <p:cNvSpPr/>
          <p:nvPr/>
        </p:nvSpPr>
        <p:spPr>
          <a:xfrm rot="10800000">
            <a:off x="9151938" y="3571875"/>
            <a:ext cx="1250950" cy="142081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188DBF-EF2C-123E-BAF3-316E826329F5}"/>
              </a:ext>
            </a:extLst>
          </p:cNvPr>
          <p:cNvSpPr/>
          <p:nvPr/>
        </p:nvSpPr>
        <p:spPr>
          <a:xfrm>
            <a:off x="1290638" y="2566988"/>
            <a:ext cx="1250950" cy="14208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7419" name="Group 56">
            <a:extLst>
              <a:ext uri="{FF2B5EF4-FFF2-40B4-BE49-F238E27FC236}">
                <a16:creationId xmlns:a16="http://schemas.microsoft.com/office/drawing/2014/main" id="{2523CAB9-624E-0861-DC97-933279FEA548}"/>
              </a:ext>
            </a:extLst>
          </p:cNvPr>
          <p:cNvGrpSpPr>
            <a:grpSpLocks/>
          </p:cNvGrpSpPr>
          <p:nvPr/>
        </p:nvGrpSpPr>
        <p:grpSpPr bwMode="auto">
          <a:xfrm>
            <a:off x="5176838" y="847725"/>
            <a:ext cx="1624012" cy="852488"/>
            <a:chOff x="5284279" y="1201685"/>
            <a:chExt cx="1623437" cy="852381"/>
          </a:xfrm>
        </p:grpSpPr>
        <p:grpSp>
          <p:nvGrpSpPr>
            <p:cNvPr id="17420" name="Group 30">
              <a:extLst>
                <a:ext uri="{FF2B5EF4-FFF2-40B4-BE49-F238E27FC236}">
                  <a16:creationId xmlns:a16="http://schemas.microsoft.com/office/drawing/2014/main" id="{78301E68-FFC3-992B-C557-5BCF849714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1965" y="1811849"/>
              <a:ext cx="471101" cy="242217"/>
              <a:chOff x="5141672" y="1668826"/>
              <a:chExt cx="794652" cy="444184"/>
            </a:xfrm>
          </p:grpSpPr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886CD380-BB22-41E8-115D-8A0B9919A31C}"/>
                  </a:ext>
                </a:extLst>
              </p:cNvPr>
              <p:cNvSpPr/>
              <p:nvPr/>
            </p:nvSpPr>
            <p:spPr>
              <a:xfrm rot="5400000">
                <a:off x="5118348" y="1690905"/>
                <a:ext cx="445359" cy="398849"/>
              </a:xfrm>
              <a:prstGeom prst="arc">
                <a:avLst>
                  <a:gd name="adj1" fmla="val 16200000"/>
                  <a:gd name="adj2" fmla="val 528361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5E43F49C-441D-094C-79D3-43037F07BF2B}"/>
                  </a:ext>
                </a:extLst>
              </p:cNvPr>
              <p:cNvSpPr/>
              <p:nvPr/>
            </p:nvSpPr>
            <p:spPr>
              <a:xfrm rot="5400000">
                <a:off x="5515858" y="1692244"/>
                <a:ext cx="445359" cy="396173"/>
              </a:xfrm>
              <a:prstGeom prst="arc">
                <a:avLst>
                  <a:gd name="adj1" fmla="val 16200000"/>
                  <a:gd name="adj2" fmla="val 528361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17421" name="Group 55">
              <a:extLst>
                <a:ext uri="{FF2B5EF4-FFF2-40B4-BE49-F238E27FC236}">
                  <a16:creationId xmlns:a16="http://schemas.microsoft.com/office/drawing/2014/main" id="{8CEAF542-A84B-4886-6DD8-BC7A8A53BA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4279" y="1201685"/>
              <a:ext cx="1623437" cy="723408"/>
              <a:chOff x="5284279" y="1201685"/>
              <a:chExt cx="1623437" cy="72340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7AC5919-2E2A-2B34-E211-01F535CA82EE}"/>
                  </a:ext>
                </a:extLst>
              </p:cNvPr>
              <p:cNvGrpSpPr/>
              <p:nvPr/>
            </p:nvGrpSpPr>
            <p:grpSpPr>
              <a:xfrm>
                <a:off x="5284279" y="1712333"/>
                <a:ext cx="1623437" cy="212760"/>
                <a:chOff x="4700832" y="1837451"/>
                <a:chExt cx="1788172" cy="254549"/>
              </a:xfrm>
              <a:solidFill>
                <a:srgbClr val="EB9595"/>
              </a:solidFill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EEBC37AD-0980-9D91-4337-7F84C7793F95}"/>
                    </a:ext>
                  </a:extLst>
                </p:cNvPr>
                <p:cNvSpPr/>
                <p:nvPr/>
              </p:nvSpPr>
              <p:spPr>
                <a:xfrm>
                  <a:off x="4700832" y="1842207"/>
                  <a:ext cx="430833" cy="24979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4CB3B4D-9295-25EA-A514-9CB20298D4DE}"/>
                    </a:ext>
                  </a:extLst>
                </p:cNvPr>
                <p:cNvSpPr/>
                <p:nvPr/>
              </p:nvSpPr>
              <p:spPr>
                <a:xfrm>
                  <a:off x="6058171" y="1837451"/>
                  <a:ext cx="430833" cy="24979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</p:grpSp>
          <p:grpSp>
            <p:nvGrpSpPr>
              <p:cNvPr id="17423" name="Group 47">
                <a:extLst>
                  <a:ext uri="{FF2B5EF4-FFF2-40B4-BE49-F238E27FC236}">
                    <a16:creationId xmlns:a16="http://schemas.microsoft.com/office/drawing/2014/main" id="{92D6189B-350A-1649-AAEE-AA0C57AED3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19448" y="1202267"/>
                <a:ext cx="355600" cy="445271"/>
                <a:chOff x="5619448" y="1202267"/>
                <a:chExt cx="355600" cy="445271"/>
              </a:xfrm>
            </p:grpSpPr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1B278D2A-F058-3AF8-D7B3-5A5495FBC3FF}"/>
                    </a:ext>
                  </a:extLst>
                </p:cNvPr>
                <p:cNvSpPr/>
                <p:nvPr/>
              </p:nvSpPr>
              <p:spPr>
                <a:xfrm>
                  <a:off x="5674665" y="1292162"/>
                  <a:ext cx="253910" cy="355555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17431" name="Group 46">
                  <a:extLst>
                    <a:ext uri="{FF2B5EF4-FFF2-40B4-BE49-F238E27FC236}">
                      <a16:creationId xmlns:a16="http://schemas.microsoft.com/office/drawing/2014/main" id="{9C6FE346-E0C7-8F16-0C34-3522E8766C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19448" y="1202267"/>
                  <a:ext cx="355600" cy="142930"/>
                  <a:chOff x="5619448" y="1202267"/>
                  <a:chExt cx="355600" cy="142930"/>
                </a:xfrm>
              </p:grpSpPr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0BD4190B-A10E-0E40-5A54-EF09E928AC94}"/>
                      </a:ext>
                    </a:extLst>
                  </p:cNvPr>
                  <p:cNvCxnSpPr>
                    <a:endCxn id="3" idx="1"/>
                  </p:cNvCxnSpPr>
                  <p:nvPr/>
                </p:nvCxnSpPr>
                <p:spPr>
                  <a:xfrm>
                    <a:off x="5619122" y="1292162"/>
                    <a:ext cx="93630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FCEFF2BB-02F4-69FC-81DE-9EF5D77C65DB}"/>
                      </a:ext>
                    </a:extLst>
                  </p:cNvPr>
                  <p:cNvCxnSpPr>
                    <a:cxnSpLocks/>
                    <a:endCxn id="3" idx="0"/>
                  </p:cNvCxnSpPr>
                  <p:nvPr/>
                </p:nvCxnSpPr>
                <p:spPr>
                  <a:xfrm>
                    <a:off x="5798447" y="1201685"/>
                    <a:ext cx="3174" cy="904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6D5DE0A7-696F-4A0A-3F36-8F189D48143D}"/>
                      </a:ext>
                    </a:extLst>
                  </p:cNvPr>
                  <p:cNvCxnSpPr>
                    <a:stCxn id="3" idx="7"/>
                  </p:cNvCxnSpPr>
                  <p:nvPr/>
                </p:nvCxnSpPr>
                <p:spPr>
                  <a:xfrm flipV="1">
                    <a:off x="5892075" y="1292162"/>
                    <a:ext cx="82521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7424" name="Group 48">
                <a:extLst>
                  <a:ext uri="{FF2B5EF4-FFF2-40B4-BE49-F238E27FC236}">
                    <a16:creationId xmlns:a16="http://schemas.microsoft.com/office/drawing/2014/main" id="{E8F26295-FC1B-89A6-8135-E0788C6D2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62766" y="1201685"/>
                <a:ext cx="355600" cy="445271"/>
                <a:chOff x="5619448" y="1202267"/>
                <a:chExt cx="355600" cy="445271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7F5C689-C18C-C14E-D64C-1B8051413FC2}"/>
                    </a:ext>
                  </a:extLst>
                </p:cNvPr>
                <p:cNvSpPr/>
                <p:nvPr/>
              </p:nvSpPr>
              <p:spPr>
                <a:xfrm>
                  <a:off x="5675667" y="1292744"/>
                  <a:ext cx="253910" cy="355555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17426" name="Group 50">
                  <a:extLst>
                    <a:ext uri="{FF2B5EF4-FFF2-40B4-BE49-F238E27FC236}">
                      <a16:creationId xmlns:a16="http://schemas.microsoft.com/office/drawing/2014/main" id="{4DF10CE8-EE5F-8226-39BD-E96F15A785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19448" y="1202267"/>
                  <a:ext cx="355600" cy="142930"/>
                  <a:chOff x="5619448" y="1202267"/>
                  <a:chExt cx="355600" cy="142930"/>
                </a:xfrm>
              </p:grpSpPr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215490B8-10EB-1F65-6969-5A2BC0832E36}"/>
                      </a:ext>
                    </a:extLst>
                  </p:cNvPr>
                  <p:cNvCxnSpPr>
                    <a:endCxn id="50" idx="1"/>
                  </p:cNvCxnSpPr>
                  <p:nvPr/>
                </p:nvCxnSpPr>
                <p:spPr>
                  <a:xfrm>
                    <a:off x="5620125" y="1292744"/>
                    <a:ext cx="93629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E21EF30B-9F5B-F7A1-72AA-D4B6C8D20D44}"/>
                      </a:ext>
                    </a:extLst>
                  </p:cNvPr>
                  <p:cNvCxnSpPr>
                    <a:cxnSpLocks/>
                    <a:endCxn id="50" idx="0"/>
                  </p:cNvCxnSpPr>
                  <p:nvPr/>
                </p:nvCxnSpPr>
                <p:spPr>
                  <a:xfrm>
                    <a:off x="5799448" y="1202267"/>
                    <a:ext cx="3174" cy="904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D6664413-557C-639D-BA53-74C1F942B189}"/>
                      </a:ext>
                    </a:extLst>
                  </p:cNvPr>
                  <p:cNvCxnSpPr>
                    <a:stCxn id="50" idx="7"/>
                  </p:cNvCxnSpPr>
                  <p:nvPr/>
                </p:nvCxnSpPr>
                <p:spPr>
                  <a:xfrm flipV="1">
                    <a:off x="5893078" y="1292744"/>
                    <a:ext cx="82521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sp>
        <p:nvSpPr>
          <p:cNvPr id="5" name="Cloud 4">
            <a:extLst>
              <a:ext uri="{FF2B5EF4-FFF2-40B4-BE49-F238E27FC236}">
                <a16:creationId xmlns:a16="http://schemas.microsoft.com/office/drawing/2014/main" id="{55E1DA62-956D-F190-8B65-337E45D0B3EC}"/>
              </a:ext>
            </a:extLst>
          </p:cNvPr>
          <p:cNvSpPr/>
          <p:nvPr/>
        </p:nvSpPr>
        <p:spPr>
          <a:xfrm rot="20249644">
            <a:off x="-1488948" y="-717288"/>
            <a:ext cx="5745691" cy="434922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D31042E3-3421-4B85-F71D-1E79A8140A27}"/>
              </a:ext>
            </a:extLst>
          </p:cNvPr>
          <p:cNvSpPr/>
          <p:nvPr/>
        </p:nvSpPr>
        <p:spPr>
          <a:xfrm rot="1233943">
            <a:off x="2268689" y="3666777"/>
            <a:ext cx="6175842" cy="480826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E67EA1A1-E828-DD86-DC2C-1E3DB3EB44D0}"/>
              </a:ext>
            </a:extLst>
          </p:cNvPr>
          <p:cNvSpPr/>
          <p:nvPr/>
        </p:nvSpPr>
        <p:spPr>
          <a:xfrm rot="14183997">
            <a:off x="-1887832" y="2899334"/>
            <a:ext cx="6367523" cy="4742959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643680B9-7084-037B-A914-5F36D0660BBD}"/>
              </a:ext>
            </a:extLst>
          </p:cNvPr>
          <p:cNvSpPr/>
          <p:nvPr/>
        </p:nvSpPr>
        <p:spPr>
          <a:xfrm>
            <a:off x="2112053" y="-1083019"/>
            <a:ext cx="8434620" cy="659694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2C2C32C7-C5F8-2868-A51E-45760B6455CF}"/>
              </a:ext>
            </a:extLst>
          </p:cNvPr>
          <p:cNvSpPr/>
          <p:nvPr/>
        </p:nvSpPr>
        <p:spPr>
          <a:xfrm rot="8996784">
            <a:off x="6534613" y="3377291"/>
            <a:ext cx="6820828" cy="5053416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E0759AF9-1DAA-32E7-3EAA-1D12DF947F92}"/>
              </a:ext>
            </a:extLst>
          </p:cNvPr>
          <p:cNvSpPr/>
          <p:nvPr/>
        </p:nvSpPr>
        <p:spPr>
          <a:xfrm rot="1969713">
            <a:off x="7133724" y="-1093167"/>
            <a:ext cx="6140146" cy="5441874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57">
            <a:extLst>
              <a:ext uri="{FF2B5EF4-FFF2-40B4-BE49-F238E27FC236}">
                <a16:creationId xmlns:a16="http://schemas.microsoft.com/office/drawing/2014/main" id="{51C8186D-9BAC-85AE-01C2-8F90973F965F}"/>
              </a:ext>
            </a:extLst>
          </p:cNvPr>
          <p:cNvGrpSpPr>
            <a:grpSpLocks/>
          </p:cNvGrpSpPr>
          <p:nvPr/>
        </p:nvGrpSpPr>
        <p:grpSpPr bwMode="auto">
          <a:xfrm>
            <a:off x="2498725" y="1920875"/>
            <a:ext cx="6980238" cy="3302000"/>
            <a:chOff x="2498181" y="2211937"/>
            <a:chExt cx="6981180" cy="3302839"/>
          </a:xfrm>
        </p:grpSpPr>
        <p:sp>
          <p:nvSpPr>
            <p:cNvPr id="55" name="Cloud 54">
              <a:extLst>
                <a:ext uri="{FF2B5EF4-FFF2-40B4-BE49-F238E27FC236}">
                  <a16:creationId xmlns:a16="http://schemas.microsoft.com/office/drawing/2014/main" id="{EE000D49-A8EC-44D6-81B0-883A0B706739}"/>
                </a:ext>
              </a:extLst>
            </p:cNvPr>
            <p:cNvSpPr/>
            <p:nvPr/>
          </p:nvSpPr>
          <p:spPr>
            <a:xfrm rot="11080889">
              <a:off x="2498181" y="2211937"/>
              <a:ext cx="6981180" cy="3302839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0EEBF97-D4D1-7BEE-DCDF-EBE6AD0FCBDE}"/>
                </a:ext>
              </a:extLst>
            </p:cNvPr>
            <p:cNvSpPr txBox="1"/>
            <p:nvPr/>
          </p:nvSpPr>
          <p:spPr>
            <a:xfrm>
              <a:off x="2982434" y="3026532"/>
              <a:ext cx="6454058" cy="144657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8800" b="1" i="1" dirty="0">
                  <a:solidFill>
                    <a:srgbClr val="CCCC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</a:rPr>
                <a:t>Thank you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0CC9627-FF20-173C-B996-C6850C1934CB}"/>
              </a:ext>
            </a:extLst>
          </p:cNvPr>
          <p:cNvSpPr/>
          <p:nvPr/>
        </p:nvSpPr>
        <p:spPr>
          <a:xfrm rot="10800000">
            <a:off x="9151938" y="3571875"/>
            <a:ext cx="1250950" cy="142081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188DBF-EF2C-123E-BAF3-316E826329F5}"/>
              </a:ext>
            </a:extLst>
          </p:cNvPr>
          <p:cNvSpPr/>
          <p:nvPr/>
        </p:nvSpPr>
        <p:spPr>
          <a:xfrm>
            <a:off x="1290638" y="2566988"/>
            <a:ext cx="1250950" cy="142081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17419" name="Group 56">
            <a:extLst>
              <a:ext uri="{FF2B5EF4-FFF2-40B4-BE49-F238E27FC236}">
                <a16:creationId xmlns:a16="http://schemas.microsoft.com/office/drawing/2014/main" id="{2523CAB9-624E-0861-DC97-933279FEA548}"/>
              </a:ext>
            </a:extLst>
          </p:cNvPr>
          <p:cNvGrpSpPr>
            <a:grpSpLocks/>
          </p:cNvGrpSpPr>
          <p:nvPr/>
        </p:nvGrpSpPr>
        <p:grpSpPr bwMode="auto">
          <a:xfrm>
            <a:off x="5176838" y="847725"/>
            <a:ext cx="1624012" cy="852488"/>
            <a:chOff x="5284279" y="1201685"/>
            <a:chExt cx="1623437" cy="852381"/>
          </a:xfrm>
        </p:grpSpPr>
        <p:grpSp>
          <p:nvGrpSpPr>
            <p:cNvPr id="17420" name="Group 30">
              <a:extLst>
                <a:ext uri="{FF2B5EF4-FFF2-40B4-BE49-F238E27FC236}">
                  <a16:creationId xmlns:a16="http://schemas.microsoft.com/office/drawing/2014/main" id="{78301E68-FFC3-992B-C557-5BCF849714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1965" y="1811849"/>
              <a:ext cx="471101" cy="242217"/>
              <a:chOff x="5141672" y="1668826"/>
              <a:chExt cx="794652" cy="444184"/>
            </a:xfrm>
          </p:grpSpPr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886CD380-BB22-41E8-115D-8A0B9919A31C}"/>
                  </a:ext>
                </a:extLst>
              </p:cNvPr>
              <p:cNvSpPr/>
              <p:nvPr/>
            </p:nvSpPr>
            <p:spPr>
              <a:xfrm rot="5400000">
                <a:off x="5118348" y="1690905"/>
                <a:ext cx="445359" cy="398849"/>
              </a:xfrm>
              <a:prstGeom prst="arc">
                <a:avLst>
                  <a:gd name="adj1" fmla="val 16200000"/>
                  <a:gd name="adj2" fmla="val 528361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5E43F49C-441D-094C-79D3-43037F07BF2B}"/>
                  </a:ext>
                </a:extLst>
              </p:cNvPr>
              <p:cNvSpPr/>
              <p:nvPr/>
            </p:nvSpPr>
            <p:spPr>
              <a:xfrm rot="5400000">
                <a:off x="5515858" y="1692244"/>
                <a:ext cx="445359" cy="396173"/>
              </a:xfrm>
              <a:prstGeom prst="arc">
                <a:avLst>
                  <a:gd name="adj1" fmla="val 16200000"/>
                  <a:gd name="adj2" fmla="val 5283615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grpSp>
          <p:nvGrpSpPr>
            <p:cNvPr id="17421" name="Group 55">
              <a:extLst>
                <a:ext uri="{FF2B5EF4-FFF2-40B4-BE49-F238E27FC236}">
                  <a16:creationId xmlns:a16="http://schemas.microsoft.com/office/drawing/2014/main" id="{8CEAF542-A84B-4886-6DD8-BC7A8A53BA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4279" y="1201685"/>
              <a:ext cx="1623437" cy="723408"/>
              <a:chOff x="5284279" y="1201685"/>
              <a:chExt cx="1623437" cy="723408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7AC5919-2E2A-2B34-E211-01F535CA82EE}"/>
                  </a:ext>
                </a:extLst>
              </p:cNvPr>
              <p:cNvGrpSpPr/>
              <p:nvPr/>
            </p:nvGrpSpPr>
            <p:grpSpPr>
              <a:xfrm>
                <a:off x="5284279" y="1712333"/>
                <a:ext cx="1623437" cy="212760"/>
                <a:chOff x="4700832" y="1837451"/>
                <a:chExt cx="1788172" cy="254549"/>
              </a:xfrm>
              <a:solidFill>
                <a:srgbClr val="EB9595"/>
              </a:solidFill>
            </p:grpSpPr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EEBC37AD-0980-9D91-4337-7F84C7793F95}"/>
                    </a:ext>
                  </a:extLst>
                </p:cNvPr>
                <p:cNvSpPr/>
                <p:nvPr/>
              </p:nvSpPr>
              <p:spPr>
                <a:xfrm>
                  <a:off x="4700832" y="1842207"/>
                  <a:ext cx="430833" cy="24979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4CB3B4D-9295-25EA-A514-9CB20298D4DE}"/>
                    </a:ext>
                  </a:extLst>
                </p:cNvPr>
                <p:cNvSpPr/>
                <p:nvPr/>
              </p:nvSpPr>
              <p:spPr>
                <a:xfrm>
                  <a:off x="6058171" y="1837451"/>
                  <a:ext cx="430833" cy="24979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/>
                </a:p>
              </p:txBody>
            </p:sp>
          </p:grpSp>
          <p:grpSp>
            <p:nvGrpSpPr>
              <p:cNvPr id="17423" name="Group 47">
                <a:extLst>
                  <a:ext uri="{FF2B5EF4-FFF2-40B4-BE49-F238E27FC236}">
                    <a16:creationId xmlns:a16="http://schemas.microsoft.com/office/drawing/2014/main" id="{92D6189B-350A-1649-AAEE-AA0C57AED3B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19448" y="1202267"/>
                <a:ext cx="355600" cy="445271"/>
                <a:chOff x="5619448" y="1202267"/>
                <a:chExt cx="355600" cy="445271"/>
              </a:xfrm>
            </p:grpSpPr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1B278D2A-F058-3AF8-D7B3-5A5495FBC3FF}"/>
                    </a:ext>
                  </a:extLst>
                </p:cNvPr>
                <p:cNvSpPr/>
                <p:nvPr/>
              </p:nvSpPr>
              <p:spPr>
                <a:xfrm>
                  <a:off x="5674665" y="1292162"/>
                  <a:ext cx="253910" cy="355555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17431" name="Group 46">
                  <a:extLst>
                    <a:ext uri="{FF2B5EF4-FFF2-40B4-BE49-F238E27FC236}">
                      <a16:creationId xmlns:a16="http://schemas.microsoft.com/office/drawing/2014/main" id="{9C6FE346-E0C7-8F16-0C34-3522E8766C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19448" y="1202267"/>
                  <a:ext cx="355600" cy="142930"/>
                  <a:chOff x="5619448" y="1202267"/>
                  <a:chExt cx="355600" cy="142930"/>
                </a:xfrm>
              </p:grpSpPr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0BD4190B-A10E-0E40-5A54-EF09E928AC94}"/>
                      </a:ext>
                    </a:extLst>
                  </p:cNvPr>
                  <p:cNvCxnSpPr>
                    <a:endCxn id="3" idx="1"/>
                  </p:cNvCxnSpPr>
                  <p:nvPr/>
                </p:nvCxnSpPr>
                <p:spPr>
                  <a:xfrm>
                    <a:off x="5619122" y="1292162"/>
                    <a:ext cx="93630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FCEFF2BB-02F4-69FC-81DE-9EF5D77C65DB}"/>
                      </a:ext>
                    </a:extLst>
                  </p:cNvPr>
                  <p:cNvCxnSpPr>
                    <a:cxnSpLocks/>
                    <a:endCxn id="3" idx="0"/>
                  </p:cNvCxnSpPr>
                  <p:nvPr/>
                </p:nvCxnSpPr>
                <p:spPr>
                  <a:xfrm>
                    <a:off x="5798447" y="1201685"/>
                    <a:ext cx="3174" cy="904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6D5DE0A7-696F-4A0A-3F36-8F189D48143D}"/>
                      </a:ext>
                    </a:extLst>
                  </p:cNvPr>
                  <p:cNvCxnSpPr>
                    <a:stCxn id="3" idx="7"/>
                  </p:cNvCxnSpPr>
                  <p:nvPr/>
                </p:nvCxnSpPr>
                <p:spPr>
                  <a:xfrm flipV="1">
                    <a:off x="5892075" y="1292162"/>
                    <a:ext cx="82521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7424" name="Group 48">
                <a:extLst>
                  <a:ext uri="{FF2B5EF4-FFF2-40B4-BE49-F238E27FC236}">
                    <a16:creationId xmlns:a16="http://schemas.microsoft.com/office/drawing/2014/main" id="{E8F26295-FC1B-89A6-8135-E0788C6D2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62766" y="1201685"/>
                <a:ext cx="355600" cy="445271"/>
                <a:chOff x="5619448" y="1202267"/>
                <a:chExt cx="355600" cy="445271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87F5C689-C18C-C14E-D64C-1B8051413FC2}"/>
                    </a:ext>
                  </a:extLst>
                </p:cNvPr>
                <p:cNvSpPr/>
                <p:nvPr/>
              </p:nvSpPr>
              <p:spPr>
                <a:xfrm>
                  <a:off x="5675667" y="1292744"/>
                  <a:ext cx="253910" cy="355555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grpSp>
              <p:nvGrpSpPr>
                <p:cNvPr id="17426" name="Group 50">
                  <a:extLst>
                    <a:ext uri="{FF2B5EF4-FFF2-40B4-BE49-F238E27FC236}">
                      <a16:creationId xmlns:a16="http://schemas.microsoft.com/office/drawing/2014/main" id="{4DF10CE8-EE5F-8226-39BD-E96F15A7859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19448" y="1202267"/>
                  <a:ext cx="355600" cy="142930"/>
                  <a:chOff x="5619448" y="1202267"/>
                  <a:chExt cx="355600" cy="142930"/>
                </a:xfrm>
              </p:grpSpPr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215490B8-10EB-1F65-6969-5A2BC0832E36}"/>
                      </a:ext>
                    </a:extLst>
                  </p:cNvPr>
                  <p:cNvCxnSpPr>
                    <a:endCxn id="50" idx="1"/>
                  </p:cNvCxnSpPr>
                  <p:nvPr/>
                </p:nvCxnSpPr>
                <p:spPr>
                  <a:xfrm>
                    <a:off x="5620125" y="1292744"/>
                    <a:ext cx="93629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E21EF30B-9F5B-F7A1-72AA-D4B6C8D20D44}"/>
                      </a:ext>
                    </a:extLst>
                  </p:cNvPr>
                  <p:cNvCxnSpPr>
                    <a:cxnSpLocks/>
                    <a:endCxn id="50" idx="0"/>
                  </p:cNvCxnSpPr>
                  <p:nvPr/>
                </p:nvCxnSpPr>
                <p:spPr>
                  <a:xfrm>
                    <a:off x="5799448" y="1202267"/>
                    <a:ext cx="3174" cy="904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D6664413-557C-639D-BA53-74C1F942B189}"/>
                      </a:ext>
                    </a:extLst>
                  </p:cNvPr>
                  <p:cNvCxnSpPr>
                    <a:stCxn id="50" idx="7"/>
                  </p:cNvCxnSpPr>
                  <p:nvPr/>
                </p:nvCxnSpPr>
                <p:spPr>
                  <a:xfrm flipV="1">
                    <a:off x="5893078" y="1292744"/>
                    <a:ext cx="82521" cy="5238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sp>
        <p:nvSpPr>
          <p:cNvPr id="5" name="Cloud 4">
            <a:extLst>
              <a:ext uri="{FF2B5EF4-FFF2-40B4-BE49-F238E27FC236}">
                <a16:creationId xmlns:a16="http://schemas.microsoft.com/office/drawing/2014/main" id="{55E1DA62-956D-F190-8B65-337E45D0B3EC}"/>
              </a:ext>
            </a:extLst>
          </p:cNvPr>
          <p:cNvSpPr/>
          <p:nvPr/>
        </p:nvSpPr>
        <p:spPr>
          <a:xfrm rot="20249644">
            <a:off x="-1543503" y="-1503034"/>
            <a:ext cx="5745691" cy="434922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D31042E3-3421-4B85-F71D-1E79A8140A27}"/>
              </a:ext>
            </a:extLst>
          </p:cNvPr>
          <p:cNvSpPr/>
          <p:nvPr/>
        </p:nvSpPr>
        <p:spPr>
          <a:xfrm rot="1233943">
            <a:off x="1902412" y="5762460"/>
            <a:ext cx="6175842" cy="4808262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E67EA1A1-E828-DD86-DC2C-1E3DB3EB44D0}"/>
              </a:ext>
            </a:extLst>
          </p:cNvPr>
          <p:cNvSpPr/>
          <p:nvPr/>
        </p:nvSpPr>
        <p:spPr>
          <a:xfrm rot="14183997">
            <a:off x="-3426832" y="2985804"/>
            <a:ext cx="6367523" cy="4742959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643680B9-7084-037B-A914-5F36D0660BBD}"/>
              </a:ext>
            </a:extLst>
          </p:cNvPr>
          <p:cNvSpPr/>
          <p:nvPr/>
        </p:nvSpPr>
        <p:spPr>
          <a:xfrm>
            <a:off x="2884128" y="-5673023"/>
            <a:ext cx="8434620" cy="6596947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loud 12">
            <a:extLst>
              <a:ext uri="{FF2B5EF4-FFF2-40B4-BE49-F238E27FC236}">
                <a16:creationId xmlns:a16="http://schemas.microsoft.com/office/drawing/2014/main" id="{2C2C32C7-C5F8-2868-A51E-45760B6455CF}"/>
              </a:ext>
            </a:extLst>
          </p:cNvPr>
          <p:cNvSpPr/>
          <p:nvPr/>
        </p:nvSpPr>
        <p:spPr>
          <a:xfrm rot="8996784">
            <a:off x="7172770" y="4621094"/>
            <a:ext cx="6820828" cy="5053416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loud 16">
            <a:extLst>
              <a:ext uri="{FF2B5EF4-FFF2-40B4-BE49-F238E27FC236}">
                <a16:creationId xmlns:a16="http://schemas.microsoft.com/office/drawing/2014/main" id="{E0759AF9-1DAA-32E7-3EAA-1D12DF947F92}"/>
              </a:ext>
            </a:extLst>
          </p:cNvPr>
          <p:cNvSpPr/>
          <p:nvPr/>
        </p:nvSpPr>
        <p:spPr>
          <a:xfrm rot="1969713">
            <a:off x="8528287" y="-814560"/>
            <a:ext cx="6140146" cy="5053416"/>
          </a:xfrm>
          <a:prstGeom prst="cloud">
            <a:avLst/>
          </a:prstGeom>
          <a:solidFill>
            <a:srgbClr val="CCCC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74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590</TotalTime>
  <Words>487</Words>
  <Application>Microsoft Office PowerPoint</Application>
  <PresentationFormat>Widescreen</PresentationFormat>
  <Paragraphs>157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Mannan Sheikh</dc:creator>
  <cp:lastModifiedBy>rosey ru</cp:lastModifiedBy>
  <cp:revision>7</cp:revision>
  <dcterms:created xsi:type="dcterms:W3CDTF">2025-09-24T01:00:29Z</dcterms:created>
  <dcterms:modified xsi:type="dcterms:W3CDTF">2025-09-27T07:42:33Z</dcterms:modified>
</cp:coreProperties>
</file>